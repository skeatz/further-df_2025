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9" r:id="rId4"/>
    <p:sldId id="258" r:id="rId5"/>
    <p:sldId id="260" r:id="rId6"/>
    <p:sldId id="261" r:id="rId7"/>
    <p:sldId id="262" r:id="rId8"/>
    <p:sldId id="263" r:id="rId9"/>
    <p:sldId id="264" r:id="rId10"/>
    <p:sldId id="270" r:id="rId11"/>
    <p:sldId id="272" r:id="rId12"/>
    <p:sldId id="273" r:id="rId13"/>
    <p:sldId id="274" r:id="rId14"/>
    <p:sldId id="271" r:id="rId15"/>
    <p:sldId id="275" r:id="rId16"/>
    <p:sldId id="276" r:id="rId17"/>
    <p:sldId id="277" r:id="rId18"/>
    <p:sldId id="278" r:id="rId19"/>
    <p:sldId id="265" r:id="rId20"/>
    <p:sldId id="266" r:id="rId21"/>
    <p:sldId id="267" r:id="rId22"/>
    <p:sldId id="268" r:id="rId23"/>
    <p:sldId id="269"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4F347E-2E0C-43F7-9BAC-6AEEE97A8F4B}" v="25" dt="2025-10-30T05:32:39.2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108" y="8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CHEW (SP)" userId="b2a63a95-2603-4260-b169-0cd7cf45d400" providerId="ADAL" clId="{774F347E-2E0C-43F7-9BAC-6AEEE97A8F4B}"/>
    <pc:docChg chg="undo custSel addSld modSld">
      <pc:chgData name="Steven CHEW (SP)" userId="b2a63a95-2603-4260-b169-0cd7cf45d400" providerId="ADAL" clId="{774F347E-2E0C-43F7-9BAC-6AEEE97A8F4B}" dt="2025-10-30T05:32:23.351" v="1993" actId="767"/>
      <pc:docMkLst>
        <pc:docMk/>
      </pc:docMkLst>
      <pc:sldChg chg="addSp delSp modSp mod setBg">
        <pc:chgData name="Steven CHEW (SP)" userId="b2a63a95-2603-4260-b169-0cd7cf45d400" providerId="ADAL" clId="{774F347E-2E0C-43F7-9BAC-6AEEE97A8F4B}" dt="2025-10-29T04:48:55.777" v="164" actId="26606"/>
        <pc:sldMkLst>
          <pc:docMk/>
          <pc:sldMk cId="385488323" sldId="264"/>
        </pc:sldMkLst>
        <pc:spChg chg="mod">
          <ac:chgData name="Steven CHEW (SP)" userId="b2a63a95-2603-4260-b169-0cd7cf45d400" providerId="ADAL" clId="{774F347E-2E0C-43F7-9BAC-6AEEE97A8F4B}" dt="2025-10-29T04:48:55.777" v="164" actId="26606"/>
          <ac:spMkLst>
            <pc:docMk/>
            <pc:sldMk cId="385488323" sldId="264"/>
            <ac:spMk id="2" creationId="{1FFC26CD-79E5-530D-81F6-6844E738169D}"/>
          </ac:spMkLst>
        </pc:spChg>
        <pc:spChg chg="mod ord">
          <ac:chgData name="Steven CHEW (SP)" userId="b2a63a95-2603-4260-b169-0cd7cf45d400" providerId="ADAL" clId="{774F347E-2E0C-43F7-9BAC-6AEEE97A8F4B}" dt="2025-10-29T04:48:55.777" v="164" actId="26606"/>
          <ac:spMkLst>
            <pc:docMk/>
            <pc:sldMk cId="385488323" sldId="264"/>
            <ac:spMk id="3" creationId="{F734F6DC-FC33-2E0E-7969-63737631DF39}"/>
          </ac:spMkLst>
        </pc:spChg>
        <pc:spChg chg="add del">
          <ac:chgData name="Steven CHEW (SP)" userId="b2a63a95-2603-4260-b169-0cd7cf45d400" providerId="ADAL" clId="{774F347E-2E0C-43F7-9BAC-6AEEE97A8F4B}" dt="2025-10-29T04:48:55.777" v="164" actId="26606"/>
          <ac:spMkLst>
            <pc:docMk/>
            <pc:sldMk cId="385488323" sldId="264"/>
            <ac:spMk id="8" creationId="{5F710FDB-0919-493E-8539-8240C23F1EB2}"/>
          </ac:spMkLst>
        </pc:spChg>
        <pc:spChg chg="add del">
          <ac:chgData name="Steven CHEW (SP)" userId="b2a63a95-2603-4260-b169-0cd7cf45d400" providerId="ADAL" clId="{774F347E-2E0C-43F7-9BAC-6AEEE97A8F4B}" dt="2025-10-29T04:48:52.086" v="161" actId="26606"/>
          <ac:spMkLst>
            <pc:docMk/>
            <pc:sldMk cId="385488323" sldId="264"/>
            <ac:spMk id="15" creationId="{E53615EE-C559-4E03-999B-5477F1626FE5}"/>
          </ac:spMkLst>
        </pc:spChg>
        <pc:spChg chg="add del">
          <ac:chgData name="Steven CHEW (SP)" userId="b2a63a95-2603-4260-b169-0cd7cf45d400" providerId="ADAL" clId="{774F347E-2E0C-43F7-9BAC-6AEEE97A8F4B}" dt="2025-10-29T04:48:55.772" v="163" actId="26606"/>
          <ac:spMkLst>
            <pc:docMk/>
            <pc:sldMk cId="385488323" sldId="264"/>
            <ac:spMk id="21" creationId="{5FEC7A34-539B-4949-BC75-F49D5FFC93A2}"/>
          </ac:spMkLst>
        </pc:spChg>
        <pc:spChg chg="add">
          <ac:chgData name="Steven CHEW (SP)" userId="b2a63a95-2603-4260-b169-0cd7cf45d400" providerId="ADAL" clId="{774F347E-2E0C-43F7-9BAC-6AEEE97A8F4B}" dt="2025-10-29T04:48:55.777" v="164" actId="26606"/>
          <ac:spMkLst>
            <pc:docMk/>
            <pc:sldMk cId="385488323" sldId="264"/>
            <ac:spMk id="25" creationId="{E53615EE-C559-4E03-999B-5477F1626FE5}"/>
          </ac:spMkLst>
        </pc:spChg>
        <pc:picChg chg="add mod">
          <ac:chgData name="Steven CHEW (SP)" userId="b2a63a95-2603-4260-b169-0cd7cf45d400" providerId="ADAL" clId="{774F347E-2E0C-43F7-9BAC-6AEEE97A8F4B}" dt="2025-10-29T04:48:55.777" v="164" actId="26606"/>
          <ac:picMkLst>
            <pc:docMk/>
            <pc:sldMk cId="385488323" sldId="264"/>
            <ac:picMk id="5" creationId="{C6DEECC4-C36B-D27D-0C7C-AC2C8D404EA3}"/>
          </ac:picMkLst>
        </pc:picChg>
        <pc:picChg chg="add mod">
          <ac:chgData name="Steven CHEW (SP)" userId="b2a63a95-2603-4260-b169-0cd7cf45d400" providerId="ADAL" clId="{774F347E-2E0C-43F7-9BAC-6AEEE97A8F4B}" dt="2025-10-29T04:48:55.777" v="164" actId="26606"/>
          <ac:picMkLst>
            <pc:docMk/>
            <pc:sldMk cId="385488323" sldId="264"/>
            <ac:picMk id="7" creationId="{A928F883-79F8-0488-2D3B-6C311FD70147}"/>
          </ac:picMkLst>
        </pc:picChg>
        <pc:cxnChg chg="add del">
          <ac:chgData name="Steven CHEW (SP)" userId="b2a63a95-2603-4260-b169-0cd7cf45d400" providerId="ADAL" clId="{774F347E-2E0C-43F7-9BAC-6AEEE97A8F4B}" dt="2025-10-29T04:48:55.777" v="164" actId="26606"/>
          <ac:cxnSpMkLst>
            <pc:docMk/>
            <pc:sldMk cId="385488323" sldId="264"/>
            <ac:cxnSpMk id="10" creationId="{0AFF0B6C-73E2-4B40-9280-938C14922C87}"/>
          </ac:cxnSpMkLst>
        </pc:cxnChg>
        <pc:cxnChg chg="add del">
          <ac:chgData name="Steven CHEW (SP)" userId="b2a63a95-2603-4260-b169-0cd7cf45d400" providerId="ADAL" clId="{774F347E-2E0C-43F7-9BAC-6AEEE97A8F4B}" dt="2025-10-29T04:48:52.086" v="161" actId="26606"/>
          <ac:cxnSpMkLst>
            <pc:docMk/>
            <pc:sldMk cId="385488323" sldId="264"/>
            <ac:cxnSpMk id="17" creationId="{986D0DB0-CC82-4868-9E40-44D1164BD6BA}"/>
          </ac:cxnSpMkLst>
        </pc:cxnChg>
        <pc:cxnChg chg="add del">
          <ac:chgData name="Steven CHEW (SP)" userId="b2a63a95-2603-4260-b169-0cd7cf45d400" providerId="ADAL" clId="{774F347E-2E0C-43F7-9BAC-6AEEE97A8F4B}" dt="2025-10-29T04:48:52.086" v="161" actId="26606"/>
          <ac:cxnSpMkLst>
            <pc:docMk/>
            <pc:sldMk cId="385488323" sldId="264"/>
            <ac:cxnSpMk id="19" creationId="{E9879F10-54E5-4F60-A54F-91F348A6C7E8}"/>
          </ac:cxnSpMkLst>
        </pc:cxnChg>
        <pc:cxnChg chg="add del">
          <ac:chgData name="Steven CHEW (SP)" userId="b2a63a95-2603-4260-b169-0cd7cf45d400" providerId="ADAL" clId="{774F347E-2E0C-43F7-9BAC-6AEEE97A8F4B}" dt="2025-10-29T04:48:55.772" v="163" actId="26606"/>
          <ac:cxnSpMkLst>
            <pc:docMk/>
            <pc:sldMk cId="385488323" sldId="264"/>
            <ac:cxnSpMk id="22" creationId="{CA4B2C18-146D-48F9-BB98-D4E4D70A5A79}"/>
          </ac:cxnSpMkLst>
        </pc:cxnChg>
        <pc:cxnChg chg="add del">
          <ac:chgData name="Steven CHEW (SP)" userId="b2a63a95-2603-4260-b169-0cd7cf45d400" providerId="ADAL" clId="{774F347E-2E0C-43F7-9BAC-6AEEE97A8F4B}" dt="2025-10-29T04:48:55.772" v="163" actId="26606"/>
          <ac:cxnSpMkLst>
            <pc:docMk/>
            <pc:sldMk cId="385488323" sldId="264"/>
            <ac:cxnSpMk id="23" creationId="{E51784B1-4DE1-43A3-95B9-A0EB6529F0B9}"/>
          </ac:cxnSpMkLst>
        </pc:cxnChg>
        <pc:cxnChg chg="add">
          <ac:chgData name="Steven CHEW (SP)" userId="b2a63a95-2603-4260-b169-0cd7cf45d400" providerId="ADAL" clId="{774F347E-2E0C-43F7-9BAC-6AEEE97A8F4B}" dt="2025-10-29T04:48:55.777" v="164" actId="26606"/>
          <ac:cxnSpMkLst>
            <pc:docMk/>
            <pc:sldMk cId="385488323" sldId="264"/>
            <ac:cxnSpMk id="26" creationId="{799A8EBD-049C-48E6-97ED-C9102D78FC79}"/>
          </ac:cxnSpMkLst>
        </pc:cxnChg>
        <pc:cxnChg chg="add">
          <ac:chgData name="Steven CHEW (SP)" userId="b2a63a95-2603-4260-b169-0cd7cf45d400" providerId="ADAL" clId="{774F347E-2E0C-43F7-9BAC-6AEEE97A8F4B}" dt="2025-10-29T04:48:55.777" v="164" actId="26606"/>
          <ac:cxnSpMkLst>
            <pc:docMk/>
            <pc:sldMk cId="385488323" sldId="264"/>
            <ac:cxnSpMk id="27" creationId="{07AB7C5C-C091-4C25-B1BD-93E2F6948C92}"/>
          </ac:cxnSpMkLst>
        </pc:cxnChg>
      </pc:sldChg>
      <pc:sldChg chg="addSp delSp modSp new mod modClrScheme chgLayout">
        <pc:chgData name="Steven CHEW (SP)" userId="b2a63a95-2603-4260-b169-0cd7cf45d400" providerId="ADAL" clId="{774F347E-2E0C-43F7-9BAC-6AEEE97A8F4B}" dt="2025-10-29T04:49:37.088" v="184" actId="20577"/>
        <pc:sldMkLst>
          <pc:docMk/>
          <pc:sldMk cId="86246855" sldId="265"/>
        </pc:sldMkLst>
        <pc:spChg chg="del mod ord">
          <ac:chgData name="Steven CHEW (SP)" userId="b2a63a95-2603-4260-b169-0cd7cf45d400" providerId="ADAL" clId="{774F347E-2E0C-43F7-9BAC-6AEEE97A8F4B}" dt="2025-10-29T04:49:28.819" v="166" actId="700"/>
          <ac:spMkLst>
            <pc:docMk/>
            <pc:sldMk cId="86246855" sldId="265"/>
            <ac:spMk id="2" creationId="{52B0444E-6F33-C81E-6CF0-046492EC4B07}"/>
          </ac:spMkLst>
        </pc:spChg>
        <pc:spChg chg="del mod ord">
          <ac:chgData name="Steven CHEW (SP)" userId="b2a63a95-2603-4260-b169-0cd7cf45d400" providerId="ADAL" clId="{774F347E-2E0C-43F7-9BAC-6AEEE97A8F4B}" dt="2025-10-29T04:49:28.819" v="166" actId="700"/>
          <ac:spMkLst>
            <pc:docMk/>
            <pc:sldMk cId="86246855" sldId="265"/>
            <ac:spMk id="3" creationId="{AEE83CBF-87E5-BF70-86E2-EA1864A1E092}"/>
          </ac:spMkLst>
        </pc:spChg>
        <pc:spChg chg="add mod ord">
          <ac:chgData name="Steven CHEW (SP)" userId="b2a63a95-2603-4260-b169-0cd7cf45d400" providerId="ADAL" clId="{774F347E-2E0C-43F7-9BAC-6AEEE97A8F4B}" dt="2025-10-29T04:49:37.088" v="184" actId="20577"/>
          <ac:spMkLst>
            <pc:docMk/>
            <pc:sldMk cId="86246855" sldId="265"/>
            <ac:spMk id="4" creationId="{06AFFB85-46E6-169C-C779-64F22E2204B9}"/>
          </ac:spMkLst>
        </pc:spChg>
        <pc:spChg chg="add mod ord">
          <ac:chgData name="Steven CHEW (SP)" userId="b2a63a95-2603-4260-b169-0cd7cf45d400" providerId="ADAL" clId="{774F347E-2E0C-43F7-9BAC-6AEEE97A8F4B}" dt="2025-10-29T04:49:28.819" v="166" actId="700"/>
          <ac:spMkLst>
            <pc:docMk/>
            <pc:sldMk cId="86246855" sldId="265"/>
            <ac:spMk id="5" creationId="{6BD234E2-FCD3-C1F8-6C84-3416A537B55F}"/>
          </ac:spMkLst>
        </pc:spChg>
      </pc:sldChg>
      <pc:sldChg chg="addSp delSp modSp new mod setBg modClrScheme chgLayout">
        <pc:chgData name="Steven CHEW (SP)" userId="b2a63a95-2603-4260-b169-0cd7cf45d400" providerId="ADAL" clId="{774F347E-2E0C-43F7-9BAC-6AEEE97A8F4B}" dt="2025-10-29T05:49:27.720" v="591" actId="1076"/>
        <pc:sldMkLst>
          <pc:docMk/>
          <pc:sldMk cId="1871420060" sldId="266"/>
        </pc:sldMkLst>
        <pc:spChg chg="del mod ord">
          <ac:chgData name="Steven CHEW (SP)" userId="b2a63a95-2603-4260-b169-0cd7cf45d400" providerId="ADAL" clId="{774F347E-2E0C-43F7-9BAC-6AEEE97A8F4B}" dt="2025-10-29T05:37:39.781" v="186" actId="700"/>
          <ac:spMkLst>
            <pc:docMk/>
            <pc:sldMk cId="1871420060" sldId="266"/>
            <ac:spMk id="2" creationId="{53F1B1C2-4514-C314-2E86-4226D6BE8DA7}"/>
          </ac:spMkLst>
        </pc:spChg>
        <pc:spChg chg="del mod ord">
          <ac:chgData name="Steven CHEW (SP)" userId="b2a63a95-2603-4260-b169-0cd7cf45d400" providerId="ADAL" clId="{774F347E-2E0C-43F7-9BAC-6AEEE97A8F4B}" dt="2025-10-29T05:37:39.781" v="186" actId="700"/>
          <ac:spMkLst>
            <pc:docMk/>
            <pc:sldMk cId="1871420060" sldId="266"/>
            <ac:spMk id="3" creationId="{38E901F6-96BE-EBC3-93AD-50109D42B38D}"/>
          </ac:spMkLst>
        </pc:spChg>
        <pc:spChg chg="add mod ord">
          <ac:chgData name="Steven CHEW (SP)" userId="b2a63a95-2603-4260-b169-0cd7cf45d400" providerId="ADAL" clId="{774F347E-2E0C-43F7-9BAC-6AEEE97A8F4B}" dt="2025-10-29T05:38:03.025" v="208" actId="26606"/>
          <ac:spMkLst>
            <pc:docMk/>
            <pc:sldMk cId="1871420060" sldId="266"/>
            <ac:spMk id="4" creationId="{441BCC5D-945D-C983-845B-103F3A9E3D44}"/>
          </ac:spMkLst>
        </pc:spChg>
        <pc:spChg chg="add mod ord">
          <ac:chgData name="Steven CHEW (SP)" userId="b2a63a95-2603-4260-b169-0cd7cf45d400" providerId="ADAL" clId="{774F347E-2E0C-43F7-9BAC-6AEEE97A8F4B}" dt="2025-10-29T05:49:17.281" v="590" actId="20577"/>
          <ac:spMkLst>
            <pc:docMk/>
            <pc:sldMk cId="1871420060" sldId="266"/>
            <ac:spMk id="5" creationId="{EDCC06ED-B8D6-B8E4-5E73-649690465D18}"/>
          </ac:spMkLst>
        </pc:spChg>
        <pc:spChg chg="add mod">
          <ac:chgData name="Steven CHEW (SP)" userId="b2a63a95-2603-4260-b169-0cd7cf45d400" providerId="ADAL" clId="{774F347E-2E0C-43F7-9BAC-6AEEE97A8F4B}" dt="2025-10-29T05:49:27.720" v="591" actId="1076"/>
          <ac:spMkLst>
            <pc:docMk/>
            <pc:sldMk cId="1871420060" sldId="266"/>
            <ac:spMk id="8" creationId="{7404FF0B-DC90-8870-498D-A653D943B506}"/>
          </ac:spMkLst>
        </pc:spChg>
        <pc:spChg chg="add mod">
          <ac:chgData name="Steven CHEW (SP)" userId="b2a63a95-2603-4260-b169-0cd7cf45d400" providerId="ADAL" clId="{774F347E-2E0C-43F7-9BAC-6AEEE97A8F4B}" dt="2025-10-29T05:49:27.720" v="591" actId="1076"/>
          <ac:spMkLst>
            <pc:docMk/>
            <pc:sldMk cId="1871420060" sldId="266"/>
            <ac:spMk id="9" creationId="{CA88CE99-F0F3-EC21-F1F4-1B5AC919B86D}"/>
          </ac:spMkLst>
        </pc:spChg>
        <pc:spChg chg="add">
          <ac:chgData name="Steven CHEW (SP)" userId="b2a63a95-2603-4260-b169-0cd7cf45d400" providerId="ADAL" clId="{774F347E-2E0C-43F7-9BAC-6AEEE97A8F4B}" dt="2025-10-29T05:38:03.025" v="208" actId="26606"/>
          <ac:spMkLst>
            <pc:docMk/>
            <pc:sldMk cId="1871420060" sldId="266"/>
            <ac:spMk id="10" creationId="{5F710FDB-0919-493E-8539-8240C23F1EB2}"/>
          </ac:spMkLst>
        </pc:spChg>
        <pc:picChg chg="add mod">
          <ac:chgData name="Steven CHEW (SP)" userId="b2a63a95-2603-4260-b169-0cd7cf45d400" providerId="ADAL" clId="{774F347E-2E0C-43F7-9BAC-6AEEE97A8F4B}" dt="2025-10-29T05:43:44.936" v="507" actId="1076"/>
          <ac:picMkLst>
            <pc:docMk/>
            <pc:sldMk cId="1871420060" sldId="266"/>
            <ac:picMk id="7" creationId="{17388C94-CD20-7898-9610-774FB836F0A6}"/>
          </ac:picMkLst>
        </pc:picChg>
        <pc:cxnChg chg="add">
          <ac:chgData name="Steven CHEW (SP)" userId="b2a63a95-2603-4260-b169-0cd7cf45d400" providerId="ADAL" clId="{774F347E-2E0C-43F7-9BAC-6AEEE97A8F4B}" dt="2025-10-29T05:38:03.025" v="208" actId="26606"/>
          <ac:cxnSpMkLst>
            <pc:docMk/>
            <pc:sldMk cId="1871420060" sldId="266"/>
            <ac:cxnSpMk id="12" creationId="{8230C0A8-3E5C-476B-A64B-4D4FDE8D5A7C}"/>
          </ac:cxnSpMkLst>
        </pc:cxnChg>
      </pc:sldChg>
      <pc:sldChg chg="addSp delSp modSp new mod setBg">
        <pc:chgData name="Steven CHEW (SP)" userId="b2a63a95-2603-4260-b169-0cd7cf45d400" providerId="ADAL" clId="{774F347E-2E0C-43F7-9BAC-6AEEE97A8F4B}" dt="2025-10-29T08:02:44.997" v="1256" actId="20577"/>
        <pc:sldMkLst>
          <pc:docMk/>
          <pc:sldMk cId="2725208684" sldId="267"/>
        </pc:sldMkLst>
        <pc:spChg chg="mod">
          <ac:chgData name="Steven CHEW (SP)" userId="b2a63a95-2603-4260-b169-0cd7cf45d400" providerId="ADAL" clId="{774F347E-2E0C-43F7-9BAC-6AEEE97A8F4B}" dt="2025-10-29T07:57:55.828" v="1084" actId="26606"/>
          <ac:spMkLst>
            <pc:docMk/>
            <pc:sldMk cId="2725208684" sldId="267"/>
            <ac:spMk id="2" creationId="{A60F9BC3-193D-9B0A-C246-5008E2726E60}"/>
          </ac:spMkLst>
        </pc:spChg>
        <pc:spChg chg="mod ord">
          <ac:chgData name="Steven CHEW (SP)" userId="b2a63a95-2603-4260-b169-0cd7cf45d400" providerId="ADAL" clId="{774F347E-2E0C-43F7-9BAC-6AEEE97A8F4B}" dt="2025-10-29T08:02:44.997" v="1256" actId="20577"/>
          <ac:spMkLst>
            <pc:docMk/>
            <pc:sldMk cId="2725208684" sldId="267"/>
            <ac:spMk id="3" creationId="{184974FF-6355-DE3B-2655-8DA805DBF9B4}"/>
          </ac:spMkLst>
        </pc:spChg>
        <pc:spChg chg="add del">
          <ac:chgData name="Steven CHEW (SP)" userId="b2a63a95-2603-4260-b169-0cd7cf45d400" providerId="ADAL" clId="{774F347E-2E0C-43F7-9BAC-6AEEE97A8F4B}" dt="2025-10-29T07:57:55.828" v="1084" actId="26606"/>
          <ac:spMkLst>
            <pc:docMk/>
            <pc:sldMk cId="2725208684" sldId="267"/>
            <ac:spMk id="8" creationId="{5F710FDB-0919-493E-8539-8240C23F1EB2}"/>
          </ac:spMkLst>
        </pc:spChg>
        <pc:spChg chg="add">
          <ac:chgData name="Steven CHEW (SP)" userId="b2a63a95-2603-4260-b169-0cd7cf45d400" providerId="ADAL" clId="{774F347E-2E0C-43F7-9BAC-6AEEE97A8F4B}" dt="2025-10-29T07:57:55.828" v="1084" actId="26606"/>
          <ac:spMkLst>
            <pc:docMk/>
            <pc:sldMk cId="2725208684" sldId="267"/>
            <ac:spMk id="15" creationId="{E49D7415-2F11-44C2-B6AA-13A25B6814B9}"/>
          </ac:spMkLst>
        </pc:spChg>
        <pc:picChg chg="add mod">
          <ac:chgData name="Steven CHEW (SP)" userId="b2a63a95-2603-4260-b169-0cd7cf45d400" providerId="ADAL" clId="{774F347E-2E0C-43F7-9BAC-6AEEE97A8F4B}" dt="2025-10-29T07:57:55.828" v="1084" actId="26606"/>
          <ac:picMkLst>
            <pc:docMk/>
            <pc:sldMk cId="2725208684" sldId="267"/>
            <ac:picMk id="5" creationId="{7A5E0F63-A2C4-F1FD-333B-0FA30BD56904}"/>
          </ac:picMkLst>
        </pc:picChg>
        <pc:cxnChg chg="add del">
          <ac:chgData name="Steven CHEW (SP)" userId="b2a63a95-2603-4260-b169-0cd7cf45d400" providerId="ADAL" clId="{774F347E-2E0C-43F7-9BAC-6AEEE97A8F4B}" dt="2025-10-29T07:57:55.828" v="1084" actId="26606"/>
          <ac:cxnSpMkLst>
            <pc:docMk/>
            <pc:sldMk cId="2725208684" sldId="267"/>
            <ac:cxnSpMk id="10" creationId="{0AFF0B6C-73E2-4B40-9280-938C14922C87}"/>
          </ac:cxnSpMkLst>
        </pc:cxnChg>
        <pc:cxnChg chg="add">
          <ac:chgData name="Steven CHEW (SP)" userId="b2a63a95-2603-4260-b169-0cd7cf45d400" providerId="ADAL" clId="{774F347E-2E0C-43F7-9BAC-6AEEE97A8F4B}" dt="2025-10-29T07:57:55.828" v="1084" actId="26606"/>
          <ac:cxnSpMkLst>
            <pc:docMk/>
            <pc:sldMk cId="2725208684" sldId="267"/>
            <ac:cxnSpMk id="17" creationId="{4E495065-8864-87FB-2BCC-254769963EA4}"/>
          </ac:cxnSpMkLst>
        </pc:cxnChg>
      </pc:sldChg>
      <pc:sldChg chg="addSp modSp new mod setBg">
        <pc:chgData name="Steven CHEW (SP)" userId="b2a63a95-2603-4260-b169-0cd7cf45d400" providerId="ADAL" clId="{774F347E-2E0C-43F7-9BAC-6AEEE97A8F4B}" dt="2025-10-29T08:10:53.961" v="1633" actId="20577"/>
        <pc:sldMkLst>
          <pc:docMk/>
          <pc:sldMk cId="3368586113" sldId="268"/>
        </pc:sldMkLst>
        <pc:spChg chg="mod">
          <ac:chgData name="Steven CHEW (SP)" userId="b2a63a95-2603-4260-b169-0cd7cf45d400" providerId="ADAL" clId="{774F347E-2E0C-43F7-9BAC-6AEEE97A8F4B}" dt="2025-10-29T08:08:14.401" v="1478" actId="26606"/>
          <ac:spMkLst>
            <pc:docMk/>
            <pc:sldMk cId="3368586113" sldId="268"/>
            <ac:spMk id="2" creationId="{11576319-881F-1B5A-D938-93F4A184E209}"/>
          </ac:spMkLst>
        </pc:spChg>
        <pc:spChg chg="mod">
          <ac:chgData name="Steven CHEW (SP)" userId="b2a63a95-2603-4260-b169-0cd7cf45d400" providerId="ADAL" clId="{774F347E-2E0C-43F7-9BAC-6AEEE97A8F4B}" dt="2025-10-29T08:10:53.961" v="1633" actId="20577"/>
          <ac:spMkLst>
            <pc:docMk/>
            <pc:sldMk cId="3368586113" sldId="268"/>
            <ac:spMk id="3" creationId="{87FF150C-DB0D-45BA-6485-B8FDFE82A1F1}"/>
          </ac:spMkLst>
        </pc:spChg>
        <pc:spChg chg="add">
          <ac:chgData name="Steven CHEW (SP)" userId="b2a63a95-2603-4260-b169-0cd7cf45d400" providerId="ADAL" clId="{774F347E-2E0C-43F7-9BAC-6AEEE97A8F4B}" dt="2025-10-29T08:08:14.401" v="1478" actId="26606"/>
          <ac:spMkLst>
            <pc:docMk/>
            <pc:sldMk cId="3368586113" sldId="268"/>
            <ac:spMk id="10" creationId="{E49D7415-2F11-44C2-B6AA-13A25B6814B9}"/>
          </ac:spMkLst>
        </pc:spChg>
        <pc:picChg chg="add mod">
          <ac:chgData name="Steven CHEW (SP)" userId="b2a63a95-2603-4260-b169-0cd7cf45d400" providerId="ADAL" clId="{774F347E-2E0C-43F7-9BAC-6AEEE97A8F4B}" dt="2025-10-29T08:09:21.312" v="1487" actId="1076"/>
          <ac:picMkLst>
            <pc:docMk/>
            <pc:sldMk cId="3368586113" sldId="268"/>
            <ac:picMk id="5" creationId="{F389DA5F-9DED-8A20-98FE-93672666705B}"/>
          </ac:picMkLst>
        </pc:picChg>
        <pc:picChg chg="add mod">
          <ac:chgData name="Steven CHEW (SP)" userId="b2a63a95-2603-4260-b169-0cd7cf45d400" providerId="ADAL" clId="{774F347E-2E0C-43F7-9BAC-6AEEE97A8F4B}" dt="2025-10-29T08:09:25.194" v="1488" actId="1076"/>
          <ac:picMkLst>
            <pc:docMk/>
            <pc:sldMk cId="3368586113" sldId="268"/>
            <ac:picMk id="7" creationId="{1B158796-553D-C851-29A6-F62FC00D644F}"/>
          </ac:picMkLst>
        </pc:picChg>
        <pc:cxnChg chg="add">
          <ac:chgData name="Steven CHEW (SP)" userId="b2a63a95-2603-4260-b169-0cd7cf45d400" providerId="ADAL" clId="{774F347E-2E0C-43F7-9BAC-6AEEE97A8F4B}" dt="2025-10-29T08:08:14.401" v="1478" actId="26606"/>
          <ac:cxnSpMkLst>
            <pc:docMk/>
            <pc:sldMk cId="3368586113" sldId="268"/>
            <ac:cxnSpMk id="12" creationId="{4583FD9E-C5A7-96F7-951D-7D292013CD58}"/>
          </ac:cxnSpMkLst>
        </pc:cxnChg>
      </pc:sldChg>
      <pc:sldChg chg="addSp delSp modSp add mod setBg delDesignElem">
        <pc:chgData name="Steven CHEW (SP)" userId="b2a63a95-2603-4260-b169-0cd7cf45d400" providerId="ADAL" clId="{774F347E-2E0C-43F7-9BAC-6AEEE97A8F4B}" dt="2025-10-29T08:21:45.416" v="1719" actId="20577"/>
        <pc:sldMkLst>
          <pc:docMk/>
          <pc:sldMk cId="3530483617" sldId="269"/>
        </pc:sldMkLst>
        <pc:spChg chg="mod">
          <ac:chgData name="Steven CHEW (SP)" userId="b2a63a95-2603-4260-b169-0cd7cf45d400" providerId="ADAL" clId="{774F347E-2E0C-43F7-9BAC-6AEEE97A8F4B}" dt="2025-10-29T08:13:30.296" v="1662" actId="20577"/>
          <ac:spMkLst>
            <pc:docMk/>
            <pc:sldMk cId="3530483617" sldId="269"/>
            <ac:spMk id="2" creationId="{4A440737-70E2-06F5-243B-A41B3B5C3592}"/>
          </ac:spMkLst>
        </pc:spChg>
        <pc:spChg chg="mod">
          <ac:chgData name="Steven CHEW (SP)" userId="b2a63a95-2603-4260-b169-0cd7cf45d400" providerId="ADAL" clId="{774F347E-2E0C-43F7-9BAC-6AEEE97A8F4B}" dt="2025-10-29T08:21:45.416" v="1719" actId="20577"/>
          <ac:spMkLst>
            <pc:docMk/>
            <pc:sldMk cId="3530483617" sldId="269"/>
            <ac:spMk id="3" creationId="{33C536F4-31D6-81C4-0B38-260707360B7B}"/>
          </ac:spMkLst>
        </pc:spChg>
        <pc:spChg chg="del">
          <ac:chgData name="Steven CHEW (SP)" userId="b2a63a95-2603-4260-b169-0cd7cf45d400" providerId="ADAL" clId="{774F347E-2E0C-43F7-9BAC-6AEEE97A8F4B}" dt="2025-10-29T08:13:04.050" v="1635"/>
          <ac:spMkLst>
            <pc:docMk/>
            <pc:sldMk cId="3530483617" sldId="269"/>
            <ac:spMk id="15" creationId="{17B4E72F-5A72-F18B-25C1-BB1CF7C21730}"/>
          </ac:spMkLst>
        </pc:spChg>
        <pc:picChg chg="del">
          <ac:chgData name="Steven CHEW (SP)" userId="b2a63a95-2603-4260-b169-0cd7cf45d400" providerId="ADAL" clId="{774F347E-2E0C-43F7-9BAC-6AEEE97A8F4B}" dt="2025-10-29T08:13:59.664" v="1664" actId="478"/>
          <ac:picMkLst>
            <pc:docMk/>
            <pc:sldMk cId="3530483617" sldId="269"/>
            <ac:picMk id="5" creationId="{F51D343B-9303-46F3-C5C1-80BAC2338EDB}"/>
          </ac:picMkLst>
        </pc:picChg>
        <pc:picChg chg="add mod">
          <ac:chgData name="Steven CHEW (SP)" userId="b2a63a95-2603-4260-b169-0cd7cf45d400" providerId="ADAL" clId="{774F347E-2E0C-43F7-9BAC-6AEEE97A8F4B}" dt="2025-10-29T08:15:37.764" v="1691" actId="14100"/>
          <ac:picMkLst>
            <pc:docMk/>
            <pc:sldMk cId="3530483617" sldId="269"/>
            <ac:picMk id="6" creationId="{7DE3A081-13B9-A5F0-AD10-B7245D007BA7}"/>
          </ac:picMkLst>
        </pc:picChg>
        <pc:picChg chg="add mod">
          <ac:chgData name="Steven CHEW (SP)" userId="b2a63a95-2603-4260-b169-0cd7cf45d400" providerId="ADAL" clId="{774F347E-2E0C-43F7-9BAC-6AEEE97A8F4B}" dt="2025-10-29T08:21:15.481" v="1718" actId="14100"/>
          <ac:picMkLst>
            <pc:docMk/>
            <pc:sldMk cId="3530483617" sldId="269"/>
            <ac:picMk id="8" creationId="{2CAD5480-8516-F4C9-A59C-E4470573BFFF}"/>
          </ac:picMkLst>
        </pc:picChg>
        <pc:cxnChg chg="del">
          <ac:chgData name="Steven CHEW (SP)" userId="b2a63a95-2603-4260-b169-0cd7cf45d400" providerId="ADAL" clId="{774F347E-2E0C-43F7-9BAC-6AEEE97A8F4B}" dt="2025-10-29T08:13:04.050" v="1635"/>
          <ac:cxnSpMkLst>
            <pc:docMk/>
            <pc:sldMk cId="3530483617" sldId="269"/>
            <ac:cxnSpMk id="17" creationId="{EDECC9DD-2CD8-B009-47C3-92B9F53E5635}"/>
          </ac:cxnSpMkLst>
        </pc:cxnChg>
      </pc:sldChg>
      <pc:sldChg chg="addSp delSp modSp new mod modClrScheme chgLayout">
        <pc:chgData name="Steven CHEW (SP)" userId="b2a63a95-2603-4260-b169-0cd7cf45d400" providerId="ADAL" clId="{774F347E-2E0C-43F7-9BAC-6AEEE97A8F4B}" dt="2025-10-30T05:28:58.629" v="1991" actId="767"/>
        <pc:sldMkLst>
          <pc:docMk/>
          <pc:sldMk cId="390271072" sldId="270"/>
        </pc:sldMkLst>
        <pc:spChg chg="mod ord">
          <ac:chgData name="Steven CHEW (SP)" userId="b2a63a95-2603-4260-b169-0cd7cf45d400" providerId="ADAL" clId="{774F347E-2E0C-43F7-9BAC-6AEEE97A8F4B}" dt="2025-10-29T08:27:46.051" v="1753" actId="700"/>
          <ac:spMkLst>
            <pc:docMk/>
            <pc:sldMk cId="390271072" sldId="270"/>
            <ac:spMk id="2" creationId="{3BAE2E26-EE6E-E0A5-A92E-AC82BBE6827F}"/>
          </ac:spMkLst>
        </pc:spChg>
        <pc:spChg chg="del">
          <ac:chgData name="Steven CHEW (SP)" userId="b2a63a95-2603-4260-b169-0cd7cf45d400" providerId="ADAL" clId="{774F347E-2E0C-43F7-9BAC-6AEEE97A8F4B}" dt="2025-10-29T08:27:46.051" v="1753" actId="700"/>
          <ac:spMkLst>
            <pc:docMk/>
            <pc:sldMk cId="390271072" sldId="270"/>
            <ac:spMk id="3" creationId="{54784D2E-BC62-E5B0-F54D-A6B41D1DBEC9}"/>
          </ac:spMkLst>
        </pc:spChg>
        <pc:spChg chg="add mod">
          <ac:chgData name="Steven CHEW (SP)" userId="b2a63a95-2603-4260-b169-0cd7cf45d400" providerId="ADAL" clId="{774F347E-2E0C-43F7-9BAC-6AEEE97A8F4B}" dt="2025-10-30T05:28:44.458" v="1990"/>
          <ac:spMkLst>
            <pc:docMk/>
            <pc:sldMk cId="390271072" sldId="270"/>
            <ac:spMk id="3" creationId="{85143677-BE3F-262B-15A8-3F8E42B94005}"/>
          </ac:spMkLst>
        </pc:spChg>
        <pc:spChg chg="add mod">
          <ac:chgData name="Steven CHEW (SP)" userId="b2a63a95-2603-4260-b169-0cd7cf45d400" providerId="ADAL" clId="{774F347E-2E0C-43F7-9BAC-6AEEE97A8F4B}" dt="2025-10-30T05:28:10.588" v="1989" actId="767"/>
          <ac:spMkLst>
            <pc:docMk/>
            <pc:sldMk cId="390271072" sldId="270"/>
            <ac:spMk id="4" creationId="{5B736A98-78B3-E189-8696-90C9DA4A92F5}"/>
          </ac:spMkLst>
        </pc:spChg>
        <pc:spChg chg="add mod">
          <ac:chgData name="Steven CHEW (SP)" userId="b2a63a95-2603-4260-b169-0cd7cf45d400" providerId="ADAL" clId="{774F347E-2E0C-43F7-9BAC-6AEEE97A8F4B}" dt="2025-10-30T05:28:58.629" v="1991" actId="767"/>
          <ac:spMkLst>
            <pc:docMk/>
            <pc:sldMk cId="390271072" sldId="270"/>
            <ac:spMk id="6" creationId="{4936FC4F-0107-C1AC-04B4-0BF82772DEF6}"/>
          </ac:spMkLst>
        </pc:spChg>
        <pc:picChg chg="add mod">
          <ac:chgData name="Steven CHEW (SP)" userId="b2a63a95-2603-4260-b169-0cd7cf45d400" providerId="ADAL" clId="{774F347E-2E0C-43F7-9BAC-6AEEE97A8F4B}" dt="2025-10-29T08:29:31.364" v="1762" actId="1076"/>
          <ac:picMkLst>
            <pc:docMk/>
            <pc:sldMk cId="390271072" sldId="270"/>
            <ac:picMk id="5" creationId="{2E16E1F4-3C2B-F65F-0986-B207304AB50E}"/>
          </ac:picMkLst>
        </pc:picChg>
        <pc:picChg chg="add mod">
          <ac:chgData name="Steven CHEW (SP)" userId="b2a63a95-2603-4260-b169-0cd7cf45d400" providerId="ADAL" clId="{774F347E-2E0C-43F7-9BAC-6AEEE97A8F4B}" dt="2025-10-29T08:29:16.868" v="1760" actId="1076"/>
          <ac:picMkLst>
            <pc:docMk/>
            <pc:sldMk cId="390271072" sldId="270"/>
            <ac:picMk id="7" creationId="{7BA628F3-0C54-2F08-6AD8-5A26978FF80E}"/>
          </ac:picMkLst>
        </pc:picChg>
      </pc:sldChg>
      <pc:sldChg chg="addSp delSp modSp new mod modClrScheme chgLayout">
        <pc:chgData name="Steven CHEW (SP)" userId="b2a63a95-2603-4260-b169-0cd7cf45d400" providerId="ADAL" clId="{774F347E-2E0C-43F7-9BAC-6AEEE97A8F4B}" dt="2025-10-30T05:32:23.351" v="1993" actId="767"/>
        <pc:sldMkLst>
          <pc:docMk/>
          <pc:sldMk cId="3359153658" sldId="271"/>
        </pc:sldMkLst>
        <pc:spChg chg="mod ord">
          <ac:chgData name="Steven CHEW (SP)" userId="b2a63a95-2603-4260-b169-0cd7cf45d400" providerId="ADAL" clId="{774F347E-2E0C-43F7-9BAC-6AEEE97A8F4B}" dt="2025-10-29T08:40:40.866" v="1904" actId="700"/>
          <ac:spMkLst>
            <pc:docMk/>
            <pc:sldMk cId="3359153658" sldId="271"/>
            <ac:spMk id="2" creationId="{B0785CC6-A6DD-56D8-8D4F-140D98E28A12}"/>
          </ac:spMkLst>
        </pc:spChg>
        <pc:spChg chg="del">
          <ac:chgData name="Steven CHEW (SP)" userId="b2a63a95-2603-4260-b169-0cd7cf45d400" providerId="ADAL" clId="{774F347E-2E0C-43F7-9BAC-6AEEE97A8F4B}" dt="2025-10-29T08:40:40.866" v="1904" actId="700"/>
          <ac:spMkLst>
            <pc:docMk/>
            <pc:sldMk cId="3359153658" sldId="271"/>
            <ac:spMk id="3" creationId="{A4A3B8C9-99E4-460C-9847-232A8431AF03}"/>
          </ac:spMkLst>
        </pc:spChg>
        <pc:spChg chg="add mod">
          <ac:chgData name="Steven CHEW (SP)" userId="b2a63a95-2603-4260-b169-0cd7cf45d400" providerId="ADAL" clId="{774F347E-2E0C-43F7-9BAC-6AEEE97A8F4B}" dt="2025-10-30T05:30:43.497" v="1992" actId="767"/>
          <ac:spMkLst>
            <pc:docMk/>
            <pc:sldMk cId="3359153658" sldId="271"/>
            <ac:spMk id="3" creationId="{F7A84FAB-D90C-F4CF-EB26-C0CAD79ED8F2}"/>
          </ac:spMkLst>
        </pc:spChg>
        <pc:spChg chg="add mod">
          <ac:chgData name="Steven CHEW (SP)" userId="b2a63a95-2603-4260-b169-0cd7cf45d400" providerId="ADAL" clId="{774F347E-2E0C-43F7-9BAC-6AEEE97A8F4B}" dt="2025-10-30T05:32:23.351" v="1993" actId="767"/>
          <ac:spMkLst>
            <pc:docMk/>
            <pc:sldMk cId="3359153658" sldId="271"/>
            <ac:spMk id="4" creationId="{CA7C05C1-DC4C-616F-9862-08CFD8941F1D}"/>
          </ac:spMkLst>
        </pc:spChg>
        <pc:picChg chg="add mod">
          <ac:chgData name="Steven CHEW (SP)" userId="b2a63a95-2603-4260-b169-0cd7cf45d400" providerId="ADAL" clId="{774F347E-2E0C-43F7-9BAC-6AEEE97A8F4B}" dt="2025-10-29T08:41:32.929" v="1912" actId="1076"/>
          <ac:picMkLst>
            <pc:docMk/>
            <pc:sldMk cId="3359153658" sldId="271"/>
            <ac:picMk id="5" creationId="{CE626B23-7E87-99A8-2FBD-DAA0FCAD290E}"/>
          </ac:picMkLst>
        </pc:picChg>
        <pc:picChg chg="add mod">
          <ac:chgData name="Steven CHEW (SP)" userId="b2a63a95-2603-4260-b169-0cd7cf45d400" providerId="ADAL" clId="{774F347E-2E0C-43F7-9BAC-6AEEE97A8F4B}" dt="2025-10-29T08:41:25.938" v="1911" actId="1076"/>
          <ac:picMkLst>
            <pc:docMk/>
            <pc:sldMk cId="3359153658" sldId="271"/>
            <ac:picMk id="7" creationId="{626C79D8-FEDF-4045-9448-B4FEE23C5E06}"/>
          </ac:picMkLst>
        </pc:picChg>
      </pc:sldChg>
      <pc:sldChg chg="addSp modSp new mod">
        <pc:chgData name="Steven CHEW (SP)" userId="b2a63a95-2603-4260-b169-0cd7cf45d400" providerId="ADAL" clId="{774F347E-2E0C-43F7-9BAC-6AEEE97A8F4B}" dt="2025-10-29T08:31:25.093" v="1793" actId="1076"/>
        <pc:sldMkLst>
          <pc:docMk/>
          <pc:sldMk cId="1595619576" sldId="272"/>
        </pc:sldMkLst>
        <pc:spChg chg="mod">
          <ac:chgData name="Steven CHEW (SP)" userId="b2a63a95-2603-4260-b169-0cd7cf45d400" providerId="ADAL" clId="{774F347E-2E0C-43F7-9BAC-6AEEE97A8F4B}" dt="2025-10-29T08:29:51.739" v="1782" actId="20577"/>
          <ac:spMkLst>
            <pc:docMk/>
            <pc:sldMk cId="1595619576" sldId="272"/>
            <ac:spMk id="2" creationId="{5157145F-5983-28C9-5977-ACE6EF7348D9}"/>
          </ac:spMkLst>
        </pc:spChg>
        <pc:picChg chg="add mod">
          <ac:chgData name="Steven CHEW (SP)" userId="b2a63a95-2603-4260-b169-0cd7cf45d400" providerId="ADAL" clId="{774F347E-2E0C-43F7-9BAC-6AEEE97A8F4B}" dt="2025-10-29T08:31:25.093" v="1793" actId="1076"/>
          <ac:picMkLst>
            <pc:docMk/>
            <pc:sldMk cId="1595619576" sldId="272"/>
            <ac:picMk id="4" creationId="{7EACBAE1-2C6D-07DF-94F5-13B2944C3EAF}"/>
          </ac:picMkLst>
        </pc:picChg>
        <pc:picChg chg="add mod">
          <ac:chgData name="Steven CHEW (SP)" userId="b2a63a95-2603-4260-b169-0cd7cf45d400" providerId="ADAL" clId="{774F347E-2E0C-43F7-9BAC-6AEEE97A8F4B}" dt="2025-10-29T08:31:14.182" v="1790" actId="1076"/>
          <ac:picMkLst>
            <pc:docMk/>
            <pc:sldMk cId="1595619576" sldId="272"/>
            <ac:picMk id="6" creationId="{A30459A1-D40B-024C-C366-98C3670E67A2}"/>
          </ac:picMkLst>
        </pc:picChg>
      </pc:sldChg>
      <pc:sldChg chg="addSp modSp new mod">
        <pc:chgData name="Steven CHEW (SP)" userId="b2a63a95-2603-4260-b169-0cd7cf45d400" providerId="ADAL" clId="{774F347E-2E0C-43F7-9BAC-6AEEE97A8F4B}" dt="2025-10-29T08:34:29.045" v="1821" actId="1076"/>
        <pc:sldMkLst>
          <pc:docMk/>
          <pc:sldMk cId="4077144016" sldId="273"/>
        </pc:sldMkLst>
        <pc:spChg chg="mod">
          <ac:chgData name="Steven CHEW (SP)" userId="b2a63a95-2603-4260-b169-0cd7cf45d400" providerId="ADAL" clId="{774F347E-2E0C-43F7-9BAC-6AEEE97A8F4B}" dt="2025-10-29T08:32:11.140" v="1813" actId="20577"/>
          <ac:spMkLst>
            <pc:docMk/>
            <pc:sldMk cId="4077144016" sldId="273"/>
            <ac:spMk id="2" creationId="{8F89F0D3-0746-8DC4-2572-CA81941725B4}"/>
          </ac:spMkLst>
        </pc:spChg>
        <pc:picChg chg="add mod">
          <ac:chgData name="Steven CHEW (SP)" userId="b2a63a95-2603-4260-b169-0cd7cf45d400" providerId="ADAL" clId="{774F347E-2E0C-43F7-9BAC-6AEEE97A8F4B}" dt="2025-10-29T08:34:21.781" v="1820" actId="14100"/>
          <ac:picMkLst>
            <pc:docMk/>
            <pc:sldMk cId="4077144016" sldId="273"/>
            <ac:picMk id="4" creationId="{4FF769BE-31F6-2F91-4BAB-66664C28F1B0}"/>
          </ac:picMkLst>
        </pc:picChg>
        <pc:picChg chg="add mod">
          <ac:chgData name="Steven CHEW (SP)" userId="b2a63a95-2603-4260-b169-0cd7cf45d400" providerId="ADAL" clId="{774F347E-2E0C-43F7-9BAC-6AEEE97A8F4B}" dt="2025-10-29T08:34:29.045" v="1821" actId="1076"/>
          <ac:picMkLst>
            <pc:docMk/>
            <pc:sldMk cId="4077144016" sldId="273"/>
            <ac:picMk id="6" creationId="{A166D6D2-C39E-DBAB-0A97-514D369AFDFA}"/>
          </ac:picMkLst>
        </pc:picChg>
      </pc:sldChg>
      <pc:sldChg chg="addSp modSp new mod setBg modClrScheme chgLayout">
        <pc:chgData name="Steven CHEW (SP)" userId="b2a63a95-2603-4260-b169-0cd7cf45d400" providerId="ADAL" clId="{774F347E-2E0C-43F7-9BAC-6AEEE97A8F4B}" dt="2025-10-29T08:37:18.730" v="1893" actId="26606"/>
        <pc:sldMkLst>
          <pc:docMk/>
          <pc:sldMk cId="1836275178" sldId="274"/>
        </pc:sldMkLst>
        <pc:spChg chg="mod ord">
          <ac:chgData name="Steven CHEW (SP)" userId="b2a63a95-2603-4260-b169-0cd7cf45d400" providerId="ADAL" clId="{774F347E-2E0C-43F7-9BAC-6AEEE97A8F4B}" dt="2025-10-29T08:37:18.730" v="1893" actId="26606"/>
          <ac:spMkLst>
            <pc:docMk/>
            <pc:sldMk cId="1836275178" sldId="274"/>
            <ac:spMk id="2" creationId="{9EE24227-2A19-C3CE-249B-8F5D3FD475B9}"/>
          </ac:spMkLst>
        </pc:spChg>
        <pc:spChg chg="add mod ord">
          <ac:chgData name="Steven CHEW (SP)" userId="b2a63a95-2603-4260-b169-0cd7cf45d400" providerId="ADAL" clId="{774F347E-2E0C-43F7-9BAC-6AEEE97A8F4B}" dt="2025-10-29T08:37:18.730" v="1893" actId="26606"/>
          <ac:spMkLst>
            <pc:docMk/>
            <pc:sldMk cId="1836275178" sldId="274"/>
            <ac:spMk id="5" creationId="{DE851DD6-D2DA-9B7F-1ED5-CA292C0D5F93}"/>
          </ac:spMkLst>
        </pc:spChg>
        <pc:spChg chg="add">
          <ac:chgData name="Steven CHEW (SP)" userId="b2a63a95-2603-4260-b169-0cd7cf45d400" providerId="ADAL" clId="{774F347E-2E0C-43F7-9BAC-6AEEE97A8F4B}" dt="2025-10-29T08:37:18.730" v="1893" actId="26606"/>
          <ac:spMkLst>
            <pc:docMk/>
            <pc:sldMk cId="1836275178" sldId="274"/>
            <ac:spMk id="10" creationId="{E49D7415-2F11-44C2-B6AA-13A25B6814B9}"/>
          </ac:spMkLst>
        </pc:spChg>
        <pc:picChg chg="add mod">
          <ac:chgData name="Steven CHEW (SP)" userId="b2a63a95-2603-4260-b169-0cd7cf45d400" providerId="ADAL" clId="{774F347E-2E0C-43F7-9BAC-6AEEE97A8F4B}" dt="2025-10-29T08:37:18.730" v="1893" actId="26606"/>
          <ac:picMkLst>
            <pc:docMk/>
            <pc:sldMk cId="1836275178" sldId="274"/>
            <ac:picMk id="4" creationId="{DD6B0412-88CC-2FD9-E205-F1A9F05CDAFE}"/>
          </ac:picMkLst>
        </pc:picChg>
        <pc:cxnChg chg="add">
          <ac:chgData name="Steven CHEW (SP)" userId="b2a63a95-2603-4260-b169-0cd7cf45d400" providerId="ADAL" clId="{774F347E-2E0C-43F7-9BAC-6AEEE97A8F4B}" dt="2025-10-29T08:37:18.730" v="1893" actId="26606"/>
          <ac:cxnSpMkLst>
            <pc:docMk/>
            <pc:sldMk cId="1836275178" sldId="274"/>
            <ac:cxnSpMk id="12" creationId="{D2E57F3D-33BE-4306-87E6-245763719516}"/>
          </ac:cxnSpMkLst>
        </pc:cxnChg>
      </pc:sldChg>
      <pc:sldChg chg="addSp modSp new mod">
        <pc:chgData name="Steven CHEW (SP)" userId="b2a63a95-2603-4260-b169-0cd7cf45d400" providerId="ADAL" clId="{774F347E-2E0C-43F7-9BAC-6AEEE97A8F4B}" dt="2025-10-29T08:43:06.850" v="1920" actId="1076"/>
        <pc:sldMkLst>
          <pc:docMk/>
          <pc:sldMk cId="903359072" sldId="275"/>
        </pc:sldMkLst>
        <pc:spChg chg="mod">
          <ac:chgData name="Steven CHEW (SP)" userId="b2a63a95-2603-4260-b169-0cd7cf45d400" providerId="ADAL" clId="{774F347E-2E0C-43F7-9BAC-6AEEE97A8F4B}" dt="2025-10-29T08:41:47.644" v="1914"/>
          <ac:spMkLst>
            <pc:docMk/>
            <pc:sldMk cId="903359072" sldId="275"/>
            <ac:spMk id="2" creationId="{4D25984A-38A2-8201-BF87-E88209A1E855}"/>
          </ac:spMkLst>
        </pc:spChg>
        <pc:picChg chg="add mod">
          <ac:chgData name="Steven CHEW (SP)" userId="b2a63a95-2603-4260-b169-0cd7cf45d400" providerId="ADAL" clId="{774F347E-2E0C-43F7-9BAC-6AEEE97A8F4B}" dt="2025-10-29T08:43:06.850" v="1920" actId="1076"/>
          <ac:picMkLst>
            <pc:docMk/>
            <pc:sldMk cId="903359072" sldId="275"/>
            <ac:picMk id="4" creationId="{3AE7FE95-2CE8-D664-4954-D6B94CC98200}"/>
          </ac:picMkLst>
        </pc:picChg>
        <pc:picChg chg="add mod">
          <ac:chgData name="Steven CHEW (SP)" userId="b2a63a95-2603-4260-b169-0cd7cf45d400" providerId="ADAL" clId="{774F347E-2E0C-43F7-9BAC-6AEEE97A8F4B}" dt="2025-10-29T08:42:53.900" v="1919" actId="1076"/>
          <ac:picMkLst>
            <pc:docMk/>
            <pc:sldMk cId="903359072" sldId="275"/>
            <ac:picMk id="6" creationId="{2B46F20E-9B8C-35F4-0EFF-DD741A878C0F}"/>
          </ac:picMkLst>
        </pc:picChg>
      </pc:sldChg>
      <pc:sldChg chg="addSp modSp new mod">
        <pc:chgData name="Steven CHEW (SP)" userId="b2a63a95-2603-4260-b169-0cd7cf45d400" providerId="ADAL" clId="{774F347E-2E0C-43F7-9BAC-6AEEE97A8F4B}" dt="2025-10-29T08:49:11.457" v="1982" actId="1076"/>
        <pc:sldMkLst>
          <pc:docMk/>
          <pc:sldMk cId="2091538627" sldId="276"/>
        </pc:sldMkLst>
        <pc:spChg chg="mod">
          <ac:chgData name="Steven CHEW (SP)" userId="b2a63a95-2603-4260-b169-0cd7cf45d400" providerId="ADAL" clId="{774F347E-2E0C-43F7-9BAC-6AEEE97A8F4B}" dt="2025-10-29T08:44:17.933" v="1926"/>
          <ac:spMkLst>
            <pc:docMk/>
            <pc:sldMk cId="2091538627" sldId="276"/>
            <ac:spMk id="2" creationId="{483D8ADE-45BA-365D-1D61-0985377407EE}"/>
          </ac:spMkLst>
        </pc:spChg>
        <pc:picChg chg="add mod">
          <ac:chgData name="Steven CHEW (SP)" userId="b2a63a95-2603-4260-b169-0cd7cf45d400" providerId="ADAL" clId="{774F347E-2E0C-43F7-9BAC-6AEEE97A8F4B}" dt="2025-10-29T08:49:02.079" v="1980" actId="1076"/>
          <ac:picMkLst>
            <pc:docMk/>
            <pc:sldMk cId="2091538627" sldId="276"/>
            <ac:picMk id="4" creationId="{EEC4C46F-B5A1-5503-9573-41716A8805A4}"/>
          </ac:picMkLst>
        </pc:picChg>
        <pc:picChg chg="add mod">
          <ac:chgData name="Steven CHEW (SP)" userId="b2a63a95-2603-4260-b169-0cd7cf45d400" providerId="ADAL" clId="{774F347E-2E0C-43F7-9BAC-6AEEE97A8F4B}" dt="2025-10-29T08:49:11.457" v="1982" actId="1076"/>
          <ac:picMkLst>
            <pc:docMk/>
            <pc:sldMk cId="2091538627" sldId="276"/>
            <ac:picMk id="5" creationId="{0DA1A3EE-1DB7-6266-703D-26A2E86F8108}"/>
          </ac:picMkLst>
        </pc:picChg>
      </pc:sldChg>
      <pc:sldChg chg="addSp modSp new mod">
        <pc:chgData name="Steven CHEW (SP)" userId="b2a63a95-2603-4260-b169-0cd7cf45d400" providerId="ADAL" clId="{774F347E-2E0C-43F7-9BAC-6AEEE97A8F4B}" dt="2025-10-29T08:46:10.556" v="1958" actId="1076"/>
        <pc:sldMkLst>
          <pc:docMk/>
          <pc:sldMk cId="4079641339" sldId="277"/>
        </pc:sldMkLst>
        <pc:spChg chg="mod">
          <ac:chgData name="Steven CHEW (SP)" userId="b2a63a95-2603-4260-b169-0cd7cf45d400" providerId="ADAL" clId="{774F347E-2E0C-43F7-9BAC-6AEEE97A8F4B}" dt="2025-10-29T08:45:23.689" v="1952" actId="20577"/>
          <ac:spMkLst>
            <pc:docMk/>
            <pc:sldMk cId="4079641339" sldId="277"/>
            <ac:spMk id="2" creationId="{F8811088-1B98-ACFA-E81F-D18B59C533A7}"/>
          </ac:spMkLst>
        </pc:spChg>
        <pc:picChg chg="add mod">
          <ac:chgData name="Steven CHEW (SP)" userId="b2a63a95-2603-4260-b169-0cd7cf45d400" providerId="ADAL" clId="{774F347E-2E0C-43F7-9BAC-6AEEE97A8F4B}" dt="2025-10-29T08:45:59.621" v="1957" actId="1076"/>
          <ac:picMkLst>
            <pc:docMk/>
            <pc:sldMk cId="4079641339" sldId="277"/>
            <ac:picMk id="4" creationId="{AD9946CA-CA73-10F4-B44B-A63FCC6FD691}"/>
          </ac:picMkLst>
        </pc:picChg>
        <pc:picChg chg="add mod">
          <ac:chgData name="Steven CHEW (SP)" userId="b2a63a95-2603-4260-b169-0cd7cf45d400" providerId="ADAL" clId="{774F347E-2E0C-43F7-9BAC-6AEEE97A8F4B}" dt="2025-10-29T08:46:10.556" v="1958" actId="1076"/>
          <ac:picMkLst>
            <pc:docMk/>
            <pc:sldMk cId="4079641339" sldId="277"/>
            <ac:picMk id="6" creationId="{807EF4AF-2D58-3AEF-F7CB-F41AD1C5CB3C}"/>
          </ac:picMkLst>
        </pc:picChg>
      </pc:sldChg>
      <pc:sldChg chg="addSp delSp modSp new mod">
        <pc:chgData name="Steven CHEW (SP)" userId="b2a63a95-2603-4260-b169-0cd7cf45d400" providerId="ADAL" clId="{774F347E-2E0C-43F7-9BAC-6AEEE97A8F4B}" dt="2025-10-29T08:50:03.130" v="1986" actId="1076"/>
        <pc:sldMkLst>
          <pc:docMk/>
          <pc:sldMk cId="2110450042" sldId="278"/>
        </pc:sldMkLst>
        <pc:spChg chg="mod">
          <ac:chgData name="Steven CHEW (SP)" userId="b2a63a95-2603-4260-b169-0cd7cf45d400" providerId="ADAL" clId="{774F347E-2E0C-43F7-9BAC-6AEEE97A8F4B}" dt="2025-10-29T08:46:29.545" v="1960"/>
          <ac:spMkLst>
            <pc:docMk/>
            <pc:sldMk cId="2110450042" sldId="278"/>
            <ac:spMk id="2" creationId="{16B95576-D957-5A71-6FD9-A388C4786CA0}"/>
          </ac:spMkLst>
        </pc:spChg>
        <pc:picChg chg="add del mod">
          <ac:chgData name="Steven CHEW (SP)" userId="b2a63a95-2603-4260-b169-0cd7cf45d400" providerId="ADAL" clId="{774F347E-2E0C-43F7-9BAC-6AEEE97A8F4B}" dt="2025-10-29T08:47:32.556" v="1968" actId="21"/>
          <ac:picMkLst>
            <pc:docMk/>
            <pc:sldMk cId="2110450042" sldId="278"/>
            <ac:picMk id="4" creationId="{0DA1A3EE-1DB7-6266-703D-26A2E86F8108}"/>
          </ac:picMkLst>
        </pc:picChg>
        <pc:picChg chg="add mod">
          <ac:chgData name="Steven CHEW (SP)" userId="b2a63a95-2603-4260-b169-0cd7cf45d400" providerId="ADAL" clId="{774F347E-2E0C-43F7-9BAC-6AEEE97A8F4B}" dt="2025-10-29T08:50:03.130" v="1986" actId="1076"/>
          <ac:picMkLst>
            <pc:docMk/>
            <pc:sldMk cId="2110450042" sldId="278"/>
            <ac:picMk id="6" creationId="{5E997192-682F-7160-29FA-D3AF8DD2F4F1}"/>
          </ac:picMkLst>
        </pc:picChg>
        <pc:picChg chg="add mod">
          <ac:chgData name="Steven CHEW (SP)" userId="b2a63a95-2603-4260-b169-0cd7cf45d400" providerId="ADAL" clId="{774F347E-2E0C-43F7-9BAC-6AEEE97A8F4B}" dt="2025-10-29T08:49:57.292" v="1985" actId="1076"/>
          <ac:picMkLst>
            <pc:docMk/>
            <pc:sldMk cId="2110450042" sldId="278"/>
            <ac:picMk id="8" creationId="{4147D623-3C3F-022D-2B9A-3FFCF53846BE}"/>
          </ac:picMkLst>
        </pc:picChg>
      </pc:sldChg>
      <pc:sldChg chg="add">
        <pc:chgData name="Steven CHEW (SP)" userId="b2a63a95-2603-4260-b169-0cd7cf45d400" providerId="ADAL" clId="{774F347E-2E0C-43F7-9BAC-6AEEE97A8F4B}" dt="2025-10-30T04:59:44.449" v="1987"/>
        <pc:sldMkLst>
          <pc:docMk/>
          <pc:sldMk cId="3610742451" sldId="28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795C1E-3DE3-49EB-A286-DB55F93BA066}"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DAB92913-08F9-4856-A1E5-13FEEDC04EF5}">
      <dgm:prSet/>
      <dgm:spPr/>
      <dgm:t>
        <a:bodyPr/>
        <a:lstStyle/>
        <a:p>
          <a:r>
            <a:rPr lang="en-SG"/>
            <a:t>Microprocessors</a:t>
          </a:r>
          <a:endParaRPr lang="en-US"/>
        </a:p>
      </dgm:t>
    </dgm:pt>
    <dgm:pt modelId="{9BF3C93C-ED34-46E7-90E5-74AE6B41BD94}" type="parTrans" cxnId="{DE7A63BB-A1D9-4491-9712-3F9A4B2CDCB1}">
      <dgm:prSet/>
      <dgm:spPr/>
      <dgm:t>
        <a:bodyPr/>
        <a:lstStyle/>
        <a:p>
          <a:endParaRPr lang="en-US"/>
        </a:p>
      </dgm:t>
    </dgm:pt>
    <dgm:pt modelId="{44235D5D-DB27-43DA-B995-800635218988}" type="sibTrans" cxnId="{DE7A63BB-A1D9-4491-9712-3F9A4B2CDCB1}">
      <dgm:prSet/>
      <dgm:spPr/>
      <dgm:t>
        <a:bodyPr/>
        <a:lstStyle/>
        <a:p>
          <a:endParaRPr lang="en-US"/>
        </a:p>
      </dgm:t>
    </dgm:pt>
    <dgm:pt modelId="{C7F1775E-8F79-466B-8481-75755DA01BB2}">
      <dgm:prSet/>
      <dgm:spPr/>
      <dgm:t>
        <a:bodyPr/>
        <a:lstStyle/>
        <a:p>
          <a:r>
            <a:rPr lang="en-SG"/>
            <a:t>general purpose processors</a:t>
          </a:r>
          <a:endParaRPr lang="en-US"/>
        </a:p>
      </dgm:t>
    </dgm:pt>
    <dgm:pt modelId="{A2D1E8D7-45C6-4A0D-B067-50E64B211882}" type="parTrans" cxnId="{2EA296BB-9452-4BFE-98C8-A6953A07CA49}">
      <dgm:prSet/>
      <dgm:spPr/>
      <dgm:t>
        <a:bodyPr/>
        <a:lstStyle/>
        <a:p>
          <a:endParaRPr lang="en-US"/>
        </a:p>
      </dgm:t>
    </dgm:pt>
    <dgm:pt modelId="{993B21D5-FFA2-4257-930A-85C60C31DA70}" type="sibTrans" cxnId="{2EA296BB-9452-4BFE-98C8-A6953A07CA49}">
      <dgm:prSet/>
      <dgm:spPr/>
      <dgm:t>
        <a:bodyPr/>
        <a:lstStyle/>
        <a:p>
          <a:endParaRPr lang="en-US"/>
        </a:p>
      </dgm:t>
    </dgm:pt>
    <dgm:pt modelId="{82EBAC0A-1900-4443-A74C-CB173E4AD8E4}">
      <dgm:prSet/>
      <dgm:spPr/>
      <dgm:t>
        <a:bodyPr/>
        <a:lstStyle/>
        <a:p>
          <a:r>
            <a:rPr lang="en-SG"/>
            <a:t>require external hardware (memory, peripherals)</a:t>
          </a:r>
          <a:endParaRPr lang="en-US"/>
        </a:p>
      </dgm:t>
    </dgm:pt>
    <dgm:pt modelId="{CF2C75A3-30D6-4140-8373-8AE2E5ACBA3B}" type="parTrans" cxnId="{3BB7CDA0-74CE-45B2-A280-00BE3A5F0DF6}">
      <dgm:prSet/>
      <dgm:spPr/>
      <dgm:t>
        <a:bodyPr/>
        <a:lstStyle/>
        <a:p>
          <a:endParaRPr lang="en-US"/>
        </a:p>
      </dgm:t>
    </dgm:pt>
    <dgm:pt modelId="{B678D672-5286-452D-A36B-D3211B96FC72}" type="sibTrans" cxnId="{3BB7CDA0-74CE-45B2-A280-00BE3A5F0DF6}">
      <dgm:prSet/>
      <dgm:spPr/>
      <dgm:t>
        <a:bodyPr/>
        <a:lstStyle/>
        <a:p>
          <a:endParaRPr lang="en-US"/>
        </a:p>
      </dgm:t>
    </dgm:pt>
    <dgm:pt modelId="{38063894-3A5A-4979-A0CB-CC698E4C0562}">
      <dgm:prSet/>
      <dgm:spPr/>
      <dgm:t>
        <a:bodyPr/>
        <a:lstStyle/>
        <a:p>
          <a:r>
            <a:rPr lang="en-SG"/>
            <a:t>Microcontrollers</a:t>
          </a:r>
          <a:endParaRPr lang="en-US"/>
        </a:p>
      </dgm:t>
    </dgm:pt>
    <dgm:pt modelId="{2BEA9036-F8B9-4CAE-B5C1-C0082139AA06}" type="parTrans" cxnId="{0AFA0CB5-12DA-40D7-9F2E-A3B6AE354FCD}">
      <dgm:prSet/>
      <dgm:spPr/>
      <dgm:t>
        <a:bodyPr/>
        <a:lstStyle/>
        <a:p>
          <a:endParaRPr lang="en-US"/>
        </a:p>
      </dgm:t>
    </dgm:pt>
    <dgm:pt modelId="{9CC6EF79-B014-4239-8932-345D01CA0238}" type="sibTrans" cxnId="{0AFA0CB5-12DA-40D7-9F2E-A3B6AE354FCD}">
      <dgm:prSet/>
      <dgm:spPr/>
      <dgm:t>
        <a:bodyPr/>
        <a:lstStyle/>
        <a:p>
          <a:endParaRPr lang="en-US"/>
        </a:p>
      </dgm:t>
    </dgm:pt>
    <dgm:pt modelId="{C30CF5D9-0F57-44E9-9AB1-26210A4D7195}">
      <dgm:prSet/>
      <dgm:spPr/>
      <dgm:t>
        <a:bodyPr/>
        <a:lstStyle/>
        <a:p>
          <a:r>
            <a:rPr lang="en-SG"/>
            <a:t>integrate CPU, memory, peripherals within a single chip</a:t>
          </a:r>
          <a:endParaRPr lang="en-US"/>
        </a:p>
      </dgm:t>
    </dgm:pt>
    <dgm:pt modelId="{F62F0E76-0326-4FF3-9F2F-88047B6D1152}" type="parTrans" cxnId="{C335C12E-1594-41CF-8865-B1953DD784D8}">
      <dgm:prSet/>
      <dgm:spPr/>
      <dgm:t>
        <a:bodyPr/>
        <a:lstStyle/>
        <a:p>
          <a:endParaRPr lang="en-US"/>
        </a:p>
      </dgm:t>
    </dgm:pt>
    <dgm:pt modelId="{1653E742-7D51-4C4A-B952-6D666050D67C}" type="sibTrans" cxnId="{C335C12E-1594-41CF-8865-B1953DD784D8}">
      <dgm:prSet/>
      <dgm:spPr/>
      <dgm:t>
        <a:bodyPr/>
        <a:lstStyle/>
        <a:p>
          <a:endParaRPr lang="en-US"/>
        </a:p>
      </dgm:t>
    </dgm:pt>
    <dgm:pt modelId="{F97500B7-3571-4856-BF13-BC3720E0999B}">
      <dgm:prSet/>
      <dgm:spPr/>
      <dgm:t>
        <a:bodyPr/>
        <a:lstStyle/>
        <a:p>
          <a:r>
            <a:rPr lang="en-SG"/>
            <a:t>limited memory</a:t>
          </a:r>
          <a:endParaRPr lang="en-US"/>
        </a:p>
      </dgm:t>
    </dgm:pt>
    <dgm:pt modelId="{8EDD55C2-5D90-46CD-B833-C97D36CB7467}" type="parTrans" cxnId="{85320753-B5E1-401C-A50F-831A21A1E2F4}">
      <dgm:prSet/>
      <dgm:spPr/>
      <dgm:t>
        <a:bodyPr/>
        <a:lstStyle/>
        <a:p>
          <a:endParaRPr lang="en-US"/>
        </a:p>
      </dgm:t>
    </dgm:pt>
    <dgm:pt modelId="{569A306A-9736-4872-888F-CE3DAEFC21B7}" type="sibTrans" cxnId="{85320753-B5E1-401C-A50F-831A21A1E2F4}">
      <dgm:prSet/>
      <dgm:spPr/>
      <dgm:t>
        <a:bodyPr/>
        <a:lstStyle/>
        <a:p>
          <a:endParaRPr lang="en-US"/>
        </a:p>
      </dgm:t>
    </dgm:pt>
    <dgm:pt modelId="{552FB53A-AE1B-4554-964B-1A9FBD13E9C2}">
      <dgm:prSet/>
      <dgm:spPr/>
      <dgm:t>
        <a:bodyPr/>
        <a:lstStyle/>
        <a:p>
          <a:r>
            <a:rPr lang="en-SG"/>
            <a:t>CPU not as fast as microprocessors</a:t>
          </a:r>
          <a:endParaRPr lang="en-US"/>
        </a:p>
      </dgm:t>
    </dgm:pt>
    <dgm:pt modelId="{4FC800E6-F672-4613-B395-2BB53CFE76FE}" type="parTrans" cxnId="{38B3641D-3BA9-4C11-9624-69A87B85AD0B}">
      <dgm:prSet/>
      <dgm:spPr/>
      <dgm:t>
        <a:bodyPr/>
        <a:lstStyle/>
        <a:p>
          <a:endParaRPr lang="en-US"/>
        </a:p>
      </dgm:t>
    </dgm:pt>
    <dgm:pt modelId="{2DFCFE1A-049F-4A27-A5A0-7519E625A4F7}" type="sibTrans" cxnId="{38B3641D-3BA9-4C11-9624-69A87B85AD0B}">
      <dgm:prSet/>
      <dgm:spPr/>
      <dgm:t>
        <a:bodyPr/>
        <a:lstStyle/>
        <a:p>
          <a:endParaRPr lang="en-US"/>
        </a:p>
      </dgm:t>
    </dgm:pt>
    <dgm:pt modelId="{57C95902-28D7-4786-8AB7-F4791A10A211}">
      <dgm:prSet/>
      <dgm:spPr/>
      <dgm:t>
        <a:bodyPr/>
        <a:lstStyle/>
        <a:p>
          <a:r>
            <a:rPr lang="en-SG"/>
            <a:t>System on a Chip (SoC)</a:t>
          </a:r>
          <a:endParaRPr lang="en-US"/>
        </a:p>
      </dgm:t>
    </dgm:pt>
    <dgm:pt modelId="{E9292417-3B49-4727-8944-934650E27C33}" type="parTrans" cxnId="{A2E32752-750C-49E5-AE12-3A733B973EF1}">
      <dgm:prSet/>
      <dgm:spPr/>
      <dgm:t>
        <a:bodyPr/>
        <a:lstStyle/>
        <a:p>
          <a:endParaRPr lang="en-US"/>
        </a:p>
      </dgm:t>
    </dgm:pt>
    <dgm:pt modelId="{C61E8D75-E042-4344-8257-7CEE401AB204}" type="sibTrans" cxnId="{A2E32752-750C-49E5-AE12-3A733B973EF1}">
      <dgm:prSet/>
      <dgm:spPr/>
      <dgm:t>
        <a:bodyPr/>
        <a:lstStyle/>
        <a:p>
          <a:endParaRPr lang="en-US"/>
        </a:p>
      </dgm:t>
    </dgm:pt>
    <dgm:pt modelId="{3E126EC8-3E9D-45AE-A051-889DA81BA362}">
      <dgm:prSet/>
      <dgm:spPr/>
      <dgm:t>
        <a:bodyPr/>
        <a:lstStyle/>
        <a:p>
          <a:r>
            <a:rPr lang="en-SG"/>
            <a:t>Single IC that combines most or all components of a computer on a single chip</a:t>
          </a:r>
          <a:endParaRPr lang="en-US"/>
        </a:p>
      </dgm:t>
    </dgm:pt>
    <dgm:pt modelId="{FF180AAF-60EC-435D-8069-F8E3CCC8D323}" type="parTrans" cxnId="{AD21206B-A284-4C71-894F-4C9D2DE8BBC3}">
      <dgm:prSet/>
      <dgm:spPr/>
      <dgm:t>
        <a:bodyPr/>
        <a:lstStyle/>
        <a:p>
          <a:endParaRPr lang="en-US"/>
        </a:p>
      </dgm:t>
    </dgm:pt>
    <dgm:pt modelId="{0001DD90-DC2E-4900-90EA-161A4F9D84A5}" type="sibTrans" cxnId="{AD21206B-A284-4C71-894F-4C9D2DE8BBC3}">
      <dgm:prSet/>
      <dgm:spPr/>
      <dgm:t>
        <a:bodyPr/>
        <a:lstStyle/>
        <a:p>
          <a:endParaRPr lang="en-US"/>
        </a:p>
      </dgm:t>
    </dgm:pt>
    <dgm:pt modelId="{8668A49A-F306-4BAB-BBDB-0C199EA8BA64}">
      <dgm:prSet/>
      <dgm:spPr/>
      <dgm:t>
        <a:bodyPr/>
        <a:lstStyle/>
        <a:p>
          <a:r>
            <a:rPr lang="en-SG"/>
            <a:t>Includes CPU, GPU, memory, I/O ports, peripherals, wireless connectivity and display units</a:t>
          </a:r>
          <a:endParaRPr lang="en-US"/>
        </a:p>
      </dgm:t>
    </dgm:pt>
    <dgm:pt modelId="{7CDE7D5A-A93D-4F1E-8B68-7BE49C80304D}" type="parTrans" cxnId="{BD1F65A9-9E21-4CC6-9A14-539B2F72BBCF}">
      <dgm:prSet/>
      <dgm:spPr/>
      <dgm:t>
        <a:bodyPr/>
        <a:lstStyle/>
        <a:p>
          <a:endParaRPr lang="en-US"/>
        </a:p>
      </dgm:t>
    </dgm:pt>
    <dgm:pt modelId="{A757FF42-6926-4A5D-B0A7-30D35181F22C}" type="sibTrans" cxnId="{BD1F65A9-9E21-4CC6-9A14-539B2F72BBCF}">
      <dgm:prSet/>
      <dgm:spPr/>
      <dgm:t>
        <a:bodyPr/>
        <a:lstStyle/>
        <a:p>
          <a:endParaRPr lang="en-US"/>
        </a:p>
      </dgm:t>
    </dgm:pt>
    <dgm:pt modelId="{46C656A8-43DE-44BC-9384-2E5A5F62D845}" type="pres">
      <dgm:prSet presAssocID="{46795C1E-3DE3-49EB-A286-DB55F93BA066}" presName="linear" presStyleCnt="0">
        <dgm:presLayoutVars>
          <dgm:animLvl val="lvl"/>
          <dgm:resizeHandles val="exact"/>
        </dgm:presLayoutVars>
      </dgm:prSet>
      <dgm:spPr/>
    </dgm:pt>
    <dgm:pt modelId="{A8147E8F-5FB3-400B-A043-416DE940BEBD}" type="pres">
      <dgm:prSet presAssocID="{DAB92913-08F9-4856-A1E5-13FEEDC04EF5}" presName="parentText" presStyleLbl="node1" presStyleIdx="0" presStyleCnt="3">
        <dgm:presLayoutVars>
          <dgm:chMax val="0"/>
          <dgm:bulletEnabled val="1"/>
        </dgm:presLayoutVars>
      </dgm:prSet>
      <dgm:spPr/>
    </dgm:pt>
    <dgm:pt modelId="{BA5759BF-3F61-4984-A44C-501214CFB31C}" type="pres">
      <dgm:prSet presAssocID="{DAB92913-08F9-4856-A1E5-13FEEDC04EF5}" presName="childText" presStyleLbl="revTx" presStyleIdx="0" presStyleCnt="3">
        <dgm:presLayoutVars>
          <dgm:bulletEnabled val="1"/>
        </dgm:presLayoutVars>
      </dgm:prSet>
      <dgm:spPr/>
    </dgm:pt>
    <dgm:pt modelId="{959BDA2B-D727-41CC-99CE-AB2BCCA0D804}" type="pres">
      <dgm:prSet presAssocID="{38063894-3A5A-4979-A0CB-CC698E4C0562}" presName="parentText" presStyleLbl="node1" presStyleIdx="1" presStyleCnt="3">
        <dgm:presLayoutVars>
          <dgm:chMax val="0"/>
          <dgm:bulletEnabled val="1"/>
        </dgm:presLayoutVars>
      </dgm:prSet>
      <dgm:spPr/>
    </dgm:pt>
    <dgm:pt modelId="{C204FFC6-D847-4896-AE97-FC341471240B}" type="pres">
      <dgm:prSet presAssocID="{38063894-3A5A-4979-A0CB-CC698E4C0562}" presName="childText" presStyleLbl="revTx" presStyleIdx="1" presStyleCnt="3">
        <dgm:presLayoutVars>
          <dgm:bulletEnabled val="1"/>
        </dgm:presLayoutVars>
      </dgm:prSet>
      <dgm:spPr/>
    </dgm:pt>
    <dgm:pt modelId="{498A3893-DB41-4D41-9310-AB316E0AC4B5}" type="pres">
      <dgm:prSet presAssocID="{57C95902-28D7-4786-8AB7-F4791A10A211}" presName="parentText" presStyleLbl="node1" presStyleIdx="2" presStyleCnt="3">
        <dgm:presLayoutVars>
          <dgm:chMax val="0"/>
          <dgm:bulletEnabled val="1"/>
        </dgm:presLayoutVars>
      </dgm:prSet>
      <dgm:spPr/>
    </dgm:pt>
    <dgm:pt modelId="{6BD1BD21-6503-48CD-9F76-C4D05FA37C71}" type="pres">
      <dgm:prSet presAssocID="{57C95902-28D7-4786-8AB7-F4791A10A211}" presName="childText" presStyleLbl="revTx" presStyleIdx="2" presStyleCnt="3">
        <dgm:presLayoutVars>
          <dgm:bulletEnabled val="1"/>
        </dgm:presLayoutVars>
      </dgm:prSet>
      <dgm:spPr/>
    </dgm:pt>
  </dgm:ptLst>
  <dgm:cxnLst>
    <dgm:cxn modelId="{38B3641D-3BA9-4C11-9624-69A87B85AD0B}" srcId="{38063894-3A5A-4979-A0CB-CC698E4C0562}" destId="{552FB53A-AE1B-4554-964B-1A9FBD13E9C2}" srcOrd="2" destOrd="0" parTransId="{4FC800E6-F672-4613-B395-2BB53CFE76FE}" sibTransId="{2DFCFE1A-049F-4A27-A5A0-7519E625A4F7}"/>
    <dgm:cxn modelId="{D5E2B52A-3B0A-44D2-B97F-C0207FE4C37F}" type="presOf" srcId="{552FB53A-AE1B-4554-964B-1A9FBD13E9C2}" destId="{C204FFC6-D847-4896-AE97-FC341471240B}" srcOrd="0" destOrd="2" presId="urn:microsoft.com/office/officeart/2005/8/layout/vList2"/>
    <dgm:cxn modelId="{C335C12E-1594-41CF-8865-B1953DD784D8}" srcId="{38063894-3A5A-4979-A0CB-CC698E4C0562}" destId="{C30CF5D9-0F57-44E9-9AB1-26210A4D7195}" srcOrd="0" destOrd="0" parTransId="{F62F0E76-0326-4FF3-9F2F-88047B6D1152}" sibTransId="{1653E742-7D51-4C4A-B952-6D666050D67C}"/>
    <dgm:cxn modelId="{16B50D63-9990-4BEC-85AC-CB87A247D40A}" type="presOf" srcId="{38063894-3A5A-4979-A0CB-CC698E4C0562}" destId="{959BDA2B-D727-41CC-99CE-AB2BCCA0D804}" srcOrd="0" destOrd="0" presId="urn:microsoft.com/office/officeart/2005/8/layout/vList2"/>
    <dgm:cxn modelId="{0187956A-554F-4E7D-BD27-B829B17ECF58}" type="presOf" srcId="{C30CF5D9-0F57-44E9-9AB1-26210A4D7195}" destId="{C204FFC6-D847-4896-AE97-FC341471240B}" srcOrd="0" destOrd="0" presId="urn:microsoft.com/office/officeart/2005/8/layout/vList2"/>
    <dgm:cxn modelId="{AD21206B-A284-4C71-894F-4C9D2DE8BBC3}" srcId="{57C95902-28D7-4786-8AB7-F4791A10A211}" destId="{3E126EC8-3E9D-45AE-A051-889DA81BA362}" srcOrd="0" destOrd="0" parTransId="{FF180AAF-60EC-435D-8069-F8E3CCC8D323}" sibTransId="{0001DD90-DC2E-4900-90EA-161A4F9D84A5}"/>
    <dgm:cxn modelId="{D2F3FC71-3407-47E1-8F6B-6D562002BC9C}" type="presOf" srcId="{8668A49A-F306-4BAB-BBDB-0C199EA8BA64}" destId="{6BD1BD21-6503-48CD-9F76-C4D05FA37C71}" srcOrd="0" destOrd="1" presId="urn:microsoft.com/office/officeart/2005/8/layout/vList2"/>
    <dgm:cxn modelId="{A2E32752-750C-49E5-AE12-3A733B973EF1}" srcId="{46795C1E-3DE3-49EB-A286-DB55F93BA066}" destId="{57C95902-28D7-4786-8AB7-F4791A10A211}" srcOrd="2" destOrd="0" parTransId="{E9292417-3B49-4727-8944-934650E27C33}" sibTransId="{C61E8D75-E042-4344-8257-7CEE401AB204}"/>
    <dgm:cxn modelId="{85320753-B5E1-401C-A50F-831A21A1E2F4}" srcId="{38063894-3A5A-4979-A0CB-CC698E4C0562}" destId="{F97500B7-3571-4856-BF13-BC3720E0999B}" srcOrd="1" destOrd="0" parTransId="{8EDD55C2-5D90-46CD-B833-C97D36CB7467}" sibTransId="{569A306A-9736-4872-888F-CE3DAEFC21B7}"/>
    <dgm:cxn modelId="{03587053-1361-4778-A31B-A2EC1999C7A6}" type="presOf" srcId="{57C95902-28D7-4786-8AB7-F4791A10A211}" destId="{498A3893-DB41-4D41-9310-AB316E0AC4B5}" srcOrd="0" destOrd="0" presId="urn:microsoft.com/office/officeart/2005/8/layout/vList2"/>
    <dgm:cxn modelId="{E5CED155-654E-4065-8709-69674BE26D6C}" type="presOf" srcId="{DAB92913-08F9-4856-A1E5-13FEEDC04EF5}" destId="{A8147E8F-5FB3-400B-A043-416DE940BEBD}" srcOrd="0" destOrd="0" presId="urn:microsoft.com/office/officeart/2005/8/layout/vList2"/>
    <dgm:cxn modelId="{F60E1E57-C9BC-414E-BFBF-DF327CA7380E}" type="presOf" srcId="{82EBAC0A-1900-4443-A74C-CB173E4AD8E4}" destId="{BA5759BF-3F61-4984-A44C-501214CFB31C}" srcOrd="0" destOrd="1" presId="urn:microsoft.com/office/officeart/2005/8/layout/vList2"/>
    <dgm:cxn modelId="{4F9EC97B-54CB-4959-8195-93918B1BEBEB}" type="presOf" srcId="{46795C1E-3DE3-49EB-A286-DB55F93BA066}" destId="{46C656A8-43DE-44BC-9384-2E5A5F62D845}" srcOrd="0" destOrd="0" presId="urn:microsoft.com/office/officeart/2005/8/layout/vList2"/>
    <dgm:cxn modelId="{3BB7CDA0-74CE-45B2-A280-00BE3A5F0DF6}" srcId="{DAB92913-08F9-4856-A1E5-13FEEDC04EF5}" destId="{82EBAC0A-1900-4443-A74C-CB173E4AD8E4}" srcOrd="1" destOrd="0" parTransId="{CF2C75A3-30D6-4140-8373-8AE2E5ACBA3B}" sibTransId="{B678D672-5286-452D-A36B-D3211B96FC72}"/>
    <dgm:cxn modelId="{BD1F65A9-9E21-4CC6-9A14-539B2F72BBCF}" srcId="{57C95902-28D7-4786-8AB7-F4791A10A211}" destId="{8668A49A-F306-4BAB-BBDB-0C199EA8BA64}" srcOrd="1" destOrd="0" parTransId="{7CDE7D5A-A93D-4F1E-8B68-7BE49C80304D}" sibTransId="{A757FF42-6926-4A5D-B0A7-30D35181F22C}"/>
    <dgm:cxn modelId="{B27A7DB4-27D4-4951-889B-EDD6AA53F491}" type="presOf" srcId="{C7F1775E-8F79-466B-8481-75755DA01BB2}" destId="{BA5759BF-3F61-4984-A44C-501214CFB31C}" srcOrd="0" destOrd="0" presId="urn:microsoft.com/office/officeart/2005/8/layout/vList2"/>
    <dgm:cxn modelId="{0AFA0CB5-12DA-40D7-9F2E-A3B6AE354FCD}" srcId="{46795C1E-3DE3-49EB-A286-DB55F93BA066}" destId="{38063894-3A5A-4979-A0CB-CC698E4C0562}" srcOrd="1" destOrd="0" parTransId="{2BEA9036-F8B9-4CAE-B5C1-C0082139AA06}" sibTransId="{9CC6EF79-B014-4239-8932-345D01CA0238}"/>
    <dgm:cxn modelId="{DE7A63BB-A1D9-4491-9712-3F9A4B2CDCB1}" srcId="{46795C1E-3DE3-49EB-A286-DB55F93BA066}" destId="{DAB92913-08F9-4856-A1E5-13FEEDC04EF5}" srcOrd="0" destOrd="0" parTransId="{9BF3C93C-ED34-46E7-90E5-74AE6B41BD94}" sibTransId="{44235D5D-DB27-43DA-B995-800635218988}"/>
    <dgm:cxn modelId="{2EA296BB-9452-4BFE-98C8-A6953A07CA49}" srcId="{DAB92913-08F9-4856-A1E5-13FEEDC04EF5}" destId="{C7F1775E-8F79-466B-8481-75755DA01BB2}" srcOrd="0" destOrd="0" parTransId="{A2D1E8D7-45C6-4A0D-B067-50E64B211882}" sibTransId="{993B21D5-FFA2-4257-930A-85C60C31DA70}"/>
    <dgm:cxn modelId="{586A1BEF-DBAA-44B4-9117-FFB25A0FE5B8}" type="presOf" srcId="{F97500B7-3571-4856-BF13-BC3720E0999B}" destId="{C204FFC6-D847-4896-AE97-FC341471240B}" srcOrd="0" destOrd="1" presId="urn:microsoft.com/office/officeart/2005/8/layout/vList2"/>
    <dgm:cxn modelId="{130A78EF-8B69-4BEE-A0A2-EE1329AE48C5}" type="presOf" srcId="{3E126EC8-3E9D-45AE-A051-889DA81BA362}" destId="{6BD1BD21-6503-48CD-9F76-C4D05FA37C71}" srcOrd="0" destOrd="0" presId="urn:microsoft.com/office/officeart/2005/8/layout/vList2"/>
    <dgm:cxn modelId="{CADFE97E-E761-4EA5-9180-2EA0B5608D7A}" type="presParOf" srcId="{46C656A8-43DE-44BC-9384-2E5A5F62D845}" destId="{A8147E8F-5FB3-400B-A043-416DE940BEBD}" srcOrd="0" destOrd="0" presId="urn:microsoft.com/office/officeart/2005/8/layout/vList2"/>
    <dgm:cxn modelId="{B25DB227-85BD-4048-A54D-F8E189D0B7C0}" type="presParOf" srcId="{46C656A8-43DE-44BC-9384-2E5A5F62D845}" destId="{BA5759BF-3F61-4984-A44C-501214CFB31C}" srcOrd="1" destOrd="0" presId="urn:microsoft.com/office/officeart/2005/8/layout/vList2"/>
    <dgm:cxn modelId="{C253F76A-2647-402C-8C3F-F63203C2D129}" type="presParOf" srcId="{46C656A8-43DE-44BC-9384-2E5A5F62D845}" destId="{959BDA2B-D727-41CC-99CE-AB2BCCA0D804}" srcOrd="2" destOrd="0" presId="urn:microsoft.com/office/officeart/2005/8/layout/vList2"/>
    <dgm:cxn modelId="{4E541F0F-E8DC-40E7-9E96-C4E0BA6AD953}" type="presParOf" srcId="{46C656A8-43DE-44BC-9384-2E5A5F62D845}" destId="{C204FFC6-D847-4896-AE97-FC341471240B}" srcOrd="3" destOrd="0" presId="urn:microsoft.com/office/officeart/2005/8/layout/vList2"/>
    <dgm:cxn modelId="{12CC7F68-400D-4A55-9C2E-7B72095D941F}" type="presParOf" srcId="{46C656A8-43DE-44BC-9384-2E5A5F62D845}" destId="{498A3893-DB41-4D41-9310-AB316E0AC4B5}" srcOrd="4" destOrd="0" presId="urn:microsoft.com/office/officeart/2005/8/layout/vList2"/>
    <dgm:cxn modelId="{2BB2D8F0-9076-4F6C-96EA-3D33077C48C9}" type="presParOf" srcId="{46C656A8-43DE-44BC-9384-2E5A5F62D845}" destId="{6BD1BD21-6503-48CD-9F76-C4D05FA37C71}"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D473D9-7C44-4FA2-8857-A19BB11EC51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BD79DE5-9FC0-4919-BA0A-1C2FFAFDBFC9}">
      <dgm:prSet/>
      <dgm:spPr/>
      <dgm:t>
        <a:bodyPr/>
        <a:lstStyle/>
        <a:p>
          <a:r>
            <a:rPr lang="en-SG"/>
            <a:t>Registers (within CPU)</a:t>
          </a:r>
          <a:endParaRPr lang="en-US"/>
        </a:p>
      </dgm:t>
    </dgm:pt>
    <dgm:pt modelId="{E2A46E0B-568E-47AB-8C7A-372A84B1B785}" type="parTrans" cxnId="{43E900B9-027B-441C-887B-B8572BA4F66D}">
      <dgm:prSet/>
      <dgm:spPr/>
      <dgm:t>
        <a:bodyPr/>
        <a:lstStyle/>
        <a:p>
          <a:endParaRPr lang="en-US"/>
        </a:p>
      </dgm:t>
    </dgm:pt>
    <dgm:pt modelId="{34745A63-DFDE-4971-827C-AE7E834EF12E}" type="sibTrans" cxnId="{43E900B9-027B-441C-887B-B8572BA4F66D}">
      <dgm:prSet/>
      <dgm:spPr/>
      <dgm:t>
        <a:bodyPr/>
        <a:lstStyle/>
        <a:p>
          <a:endParaRPr lang="en-US"/>
        </a:p>
      </dgm:t>
    </dgm:pt>
    <dgm:pt modelId="{4047A6A9-94EC-4428-A76D-FF2A7A1B17AD}">
      <dgm:prSet/>
      <dgm:spPr/>
      <dgm:t>
        <a:bodyPr/>
        <a:lstStyle/>
        <a:p>
          <a:r>
            <a:rPr lang="en-SG"/>
            <a:t>Non-volatile memory</a:t>
          </a:r>
          <a:endParaRPr lang="en-US"/>
        </a:p>
      </dgm:t>
    </dgm:pt>
    <dgm:pt modelId="{3FE8055E-3226-47A8-A04E-588A2A54045F}" type="parTrans" cxnId="{D02544FA-2EE8-4C96-A5E4-A07590891821}">
      <dgm:prSet/>
      <dgm:spPr/>
      <dgm:t>
        <a:bodyPr/>
        <a:lstStyle/>
        <a:p>
          <a:endParaRPr lang="en-US"/>
        </a:p>
      </dgm:t>
    </dgm:pt>
    <dgm:pt modelId="{2058422C-049B-4486-89FE-1AE9C18E9FB3}" type="sibTrans" cxnId="{D02544FA-2EE8-4C96-A5E4-A07590891821}">
      <dgm:prSet/>
      <dgm:spPr/>
      <dgm:t>
        <a:bodyPr/>
        <a:lstStyle/>
        <a:p>
          <a:endParaRPr lang="en-US"/>
        </a:p>
      </dgm:t>
    </dgm:pt>
    <dgm:pt modelId="{282AD7D7-9939-44BD-B670-3461520D57B6}">
      <dgm:prSet/>
      <dgm:spPr/>
      <dgm:t>
        <a:bodyPr/>
        <a:lstStyle/>
        <a:p>
          <a:r>
            <a:rPr lang="en-SG"/>
            <a:t>PROM</a:t>
          </a:r>
          <a:endParaRPr lang="en-US"/>
        </a:p>
      </dgm:t>
    </dgm:pt>
    <dgm:pt modelId="{CCC28565-634D-4DED-96CE-DEE505342CBD}" type="parTrans" cxnId="{17FA0B1E-BA84-4434-BDEF-69E81CA8FCA0}">
      <dgm:prSet/>
      <dgm:spPr/>
      <dgm:t>
        <a:bodyPr/>
        <a:lstStyle/>
        <a:p>
          <a:endParaRPr lang="en-US"/>
        </a:p>
      </dgm:t>
    </dgm:pt>
    <dgm:pt modelId="{B2645BD1-92F5-4C22-8CDB-4917148D61D1}" type="sibTrans" cxnId="{17FA0B1E-BA84-4434-BDEF-69E81CA8FCA0}">
      <dgm:prSet/>
      <dgm:spPr/>
      <dgm:t>
        <a:bodyPr/>
        <a:lstStyle/>
        <a:p>
          <a:endParaRPr lang="en-US"/>
        </a:p>
      </dgm:t>
    </dgm:pt>
    <dgm:pt modelId="{6E53904C-35BF-46BA-B350-25AB53121D81}">
      <dgm:prSet/>
      <dgm:spPr/>
      <dgm:t>
        <a:bodyPr/>
        <a:lstStyle/>
        <a:p>
          <a:r>
            <a:rPr lang="en-SG"/>
            <a:t>EPROM</a:t>
          </a:r>
          <a:endParaRPr lang="en-US"/>
        </a:p>
      </dgm:t>
    </dgm:pt>
    <dgm:pt modelId="{C25E94D0-0670-4CFB-ACAD-11B4C0EA740C}" type="parTrans" cxnId="{F9271F96-AC73-4B2F-A6E4-6F1A5CD3F78F}">
      <dgm:prSet/>
      <dgm:spPr/>
      <dgm:t>
        <a:bodyPr/>
        <a:lstStyle/>
        <a:p>
          <a:endParaRPr lang="en-US"/>
        </a:p>
      </dgm:t>
    </dgm:pt>
    <dgm:pt modelId="{F872A30C-52B2-45A5-8F8E-B8F3E768F228}" type="sibTrans" cxnId="{F9271F96-AC73-4B2F-A6E4-6F1A5CD3F78F}">
      <dgm:prSet/>
      <dgm:spPr/>
      <dgm:t>
        <a:bodyPr/>
        <a:lstStyle/>
        <a:p>
          <a:endParaRPr lang="en-US"/>
        </a:p>
      </dgm:t>
    </dgm:pt>
    <dgm:pt modelId="{6E63BC0C-64ED-4264-A6D1-E8AEB29876A3}">
      <dgm:prSet/>
      <dgm:spPr/>
      <dgm:t>
        <a:bodyPr/>
        <a:lstStyle/>
        <a:p>
          <a:r>
            <a:rPr lang="en-SG"/>
            <a:t>EEPROM</a:t>
          </a:r>
          <a:endParaRPr lang="en-US"/>
        </a:p>
      </dgm:t>
    </dgm:pt>
    <dgm:pt modelId="{72DCF3FB-E14E-44BF-8200-A446FE1789AE}" type="parTrans" cxnId="{289D013A-859C-4F15-9F16-3B6E758342FB}">
      <dgm:prSet/>
      <dgm:spPr/>
      <dgm:t>
        <a:bodyPr/>
        <a:lstStyle/>
        <a:p>
          <a:endParaRPr lang="en-US"/>
        </a:p>
      </dgm:t>
    </dgm:pt>
    <dgm:pt modelId="{6E650CDB-1AB0-465B-A4B9-410A25804C86}" type="sibTrans" cxnId="{289D013A-859C-4F15-9F16-3B6E758342FB}">
      <dgm:prSet/>
      <dgm:spPr/>
      <dgm:t>
        <a:bodyPr/>
        <a:lstStyle/>
        <a:p>
          <a:endParaRPr lang="en-US"/>
        </a:p>
      </dgm:t>
    </dgm:pt>
    <dgm:pt modelId="{4270964A-92E4-4E82-9BE0-675973896E07}">
      <dgm:prSet/>
      <dgm:spPr/>
      <dgm:t>
        <a:bodyPr/>
        <a:lstStyle/>
        <a:p>
          <a:r>
            <a:rPr lang="en-SG"/>
            <a:t>Flash memory</a:t>
          </a:r>
          <a:endParaRPr lang="en-US"/>
        </a:p>
      </dgm:t>
    </dgm:pt>
    <dgm:pt modelId="{6CAA752A-BD2B-4DE5-B061-6C8ADEA4CC9B}" type="parTrans" cxnId="{AD44B9D3-C0CF-4652-8529-B543463892B4}">
      <dgm:prSet/>
      <dgm:spPr/>
      <dgm:t>
        <a:bodyPr/>
        <a:lstStyle/>
        <a:p>
          <a:endParaRPr lang="en-US"/>
        </a:p>
      </dgm:t>
    </dgm:pt>
    <dgm:pt modelId="{53E6A610-F444-4199-9605-9D838BFE47C2}" type="sibTrans" cxnId="{AD44B9D3-C0CF-4652-8529-B543463892B4}">
      <dgm:prSet/>
      <dgm:spPr/>
      <dgm:t>
        <a:bodyPr/>
        <a:lstStyle/>
        <a:p>
          <a:endParaRPr lang="en-US"/>
        </a:p>
      </dgm:t>
    </dgm:pt>
    <dgm:pt modelId="{CB299B16-6B00-488B-85F5-EF4A90FD003A}">
      <dgm:prSet/>
      <dgm:spPr/>
      <dgm:t>
        <a:bodyPr/>
        <a:lstStyle/>
        <a:p>
          <a:r>
            <a:rPr lang="en-SG"/>
            <a:t>NVRAM</a:t>
          </a:r>
          <a:endParaRPr lang="en-US"/>
        </a:p>
      </dgm:t>
    </dgm:pt>
    <dgm:pt modelId="{2A67B5BA-4C88-4C92-BE0F-0F9E14D2A654}" type="parTrans" cxnId="{C1301657-50BA-4476-8177-FC48ABE21F81}">
      <dgm:prSet/>
      <dgm:spPr/>
      <dgm:t>
        <a:bodyPr/>
        <a:lstStyle/>
        <a:p>
          <a:endParaRPr lang="en-US"/>
        </a:p>
      </dgm:t>
    </dgm:pt>
    <dgm:pt modelId="{83E38EB1-DB39-4110-8C70-BF685C91B240}" type="sibTrans" cxnId="{C1301657-50BA-4476-8177-FC48ABE21F81}">
      <dgm:prSet/>
      <dgm:spPr/>
      <dgm:t>
        <a:bodyPr/>
        <a:lstStyle/>
        <a:p>
          <a:endParaRPr lang="en-US"/>
        </a:p>
      </dgm:t>
    </dgm:pt>
    <dgm:pt modelId="{F8A95130-FD68-4E4D-B77C-77F740578E8B}">
      <dgm:prSet/>
      <dgm:spPr/>
      <dgm:t>
        <a:bodyPr/>
        <a:lstStyle/>
        <a:p>
          <a:r>
            <a:rPr lang="en-SG"/>
            <a:t>Volatile memory</a:t>
          </a:r>
          <a:endParaRPr lang="en-US"/>
        </a:p>
      </dgm:t>
    </dgm:pt>
    <dgm:pt modelId="{88103229-E1FD-45F2-A970-DB799FCD047D}" type="parTrans" cxnId="{4B9D0439-49A2-4B98-8612-65FD7FDCF778}">
      <dgm:prSet/>
      <dgm:spPr/>
      <dgm:t>
        <a:bodyPr/>
        <a:lstStyle/>
        <a:p>
          <a:endParaRPr lang="en-US"/>
        </a:p>
      </dgm:t>
    </dgm:pt>
    <dgm:pt modelId="{F3C6A9CE-C90A-488A-94D7-936A0712452D}" type="sibTrans" cxnId="{4B9D0439-49A2-4B98-8612-65FD7FDCF778}">
      <dgm:prSet/>
      <dgm:spPr/>
      <dgm:t>
        <a:bodyPr/>
        <a:lstStyle/>
        <a:p>
          <a:endParaRPr lang="en-US"/>
        </a:p>
      </dgm:t>
    </dgm:pt>
    <dgm:pt modelId="{DB7A4350-C350-480A-A217-622DB6F74EFF}">
      <dgm:prSet/>
      <dgm:spPr/>
      <dgm:t>
        <a:bodyPr/>
        <a:lstStyle/>
        <a:p>
          <a:r>
            <a:rPr lang="en-SG"/>
            <a:t>SRAM</a:t>
          </a:r>
          <a:endParaRPr lang="en-US"/>
        </a:p>
      </dgm:t>
    </dgm:pt>
    <dgm:pt modelId="{11107836-B18C-4C92-BEBF-8DC87E49E1F4}" type="parTrans" cxnId="{6073D79F-D6AC-4E9B-BCD4-0806C80843C1}">
      <dgm:prSet/>
      <dgm:spPr/>
      <dgm:t>
        <a:bodyPr/>
        <a:lstStyle/>
        <a:p>
          <a:endParaRPr lang="en-US"/>
        </a:p>
      </dgm:t>
    </dgm:pt>
    <dgm:pt modelId="{3A44C95F-D9C8-4C77-A7CC-002134906A56}" type="sibTrans" cxnId="{6073D79F-D6AC-4E9B-BCD4-0806C80843C1}">
      <dgm:prSet/>
      <dgm:spPr/>
      <dgm:t>
        <a:bodyPr/>
        <a:lstStyle/>
        <a:p>
          <a:endParaRPr lang="en-US"/>
        </a:p>
      </dgm:t>
    </dgm:pt>
    <dgm:pt modelId="{FA2D2BFE-4A4F-491D-92C8-BDEA7F2BC479}">
      <dgm:prSet/>
      <dgm:spPr/>
      <dgm:t>
        <a:bodyPr/>
        <a:lstStyle/>
        <a:p>
          <a:r>
            <a:rPr lang="en-SG"/>
            <a:t>DRAM</a:t>
          </a:r>
          <a:endParaRPr lang="en-US"/>
        </a:p>
      </dgm:t>
    </dgm:pt>
    <dgm:pt modelId="{A89F81C0-9BCF-4526-B1AA-CEAC385C294B}" type="parTrans" cxnId="{BAF156FE-F8B8-418C-95E7-ADCFAE1F908D}">
      <dgm:prSet/>
      <dgm:spPr/>
      <dgm:t>
        <a:bodyPr/>
        <a:lstStyle/>
        <a:p>
          <a:endParaRPr lang="en-US"/>
        </a:p>
      </dgm:t>
    </dgm:pt>
    <dgm:pt modelId="{B47544C1-F503-4F22-BC0B-04B5D3B9CE34}" type="sibTrans" cxnId="{BAF156FE-F8B8-418C-95E7-ADCFAE1F908D}">
      <dgm:prSet/>
      <dgm:spPr/>
      <dgm:t>
        <a:bodyPr/>
        <a:lstStyle/>
        <a:p>
          <a:endParaRPr lang="en-US"/>
        </a:p>
      </dgm:t>
    </dgm:pt>
    <dgm:pt modelId="{AEC57A25-1A7A-488D-91B5-7CD7FA7901E7}">
      <dgm:prSet/>
      <dgm:spPr/>
      <dgm:t>
        <a:bodyPr/>
        <a:lstStyle/>
        <a:p>
          <a:r>
            <a:rPr lang="en-SG"/>
            <a:t>Fuse (for configuration settings)</a:t>
          </a:r>
          <a:endParaRPr lang="en-US"/>
        </a:p>
      </dgm:t>
    </dgm:pt>
    <dgm:pt modelId="{6A09E906-80FB-4350-9270-6C090AF746C1}" type="parTrans" cxnId="{2AEBBABC-C4DE-419A-9E99-9183BA803ADB}">
      <dgm:prSet/>
      <dgm:spPr/>
      <dgm:t>
        <a:bodyPr/>
        <a:lstStyle/>
        <a:p>
          <a:endParaRPr lang="en-US"/>
        </a:p>
      </dgm:t>
    </dgm:pt>
    <dgm:pt modelId="{DE5A113F-AEB4-465D-838E-3F9A1BA1FE6D}" type="sibTrans" cxnId="{2AEBBABC-C4DE-419A-9E99-9183BA803ADB}">
      <dgm:prSet/>
      <dgm:spPr/>
      <dgm:t>
        <a:bodyPr/>
        <a:lstStyle/>
        <a:p>
          <a:endParaRPr lang="en-US"/>
        </a:p>
      </dgm:t>
    </dgm:pt>
    <dgm:pt modelId="{55B3DECE-AE50-4FC3-9423-BFA9F6A1C40E}" type="pres">
      <dgm:prSet presAssocID="{45D473D9-7C44-4FA2-8857-A19BB11EC51D}" presName="linear" presStyleCnt="0">
        <dgm:presLayoutVars>
          <dgm:animLvl val="lvl"/>
          <dgm:resizeHandles val="exact"/>
        </dgm:presLayoutVars>
      </dgm:prSet>
      <dgm:spPr/>
    </dgm:pt>
    <dgm:pt modelId="{8AA054F4-F852-4D9B-8E88-6F3953DA24F4}" type="pres">
      <dgm:prSet presAssocID="{EBD79DE5-9FC0-4919-BA0A-1C2FFAFDBFC9}" presName="parentText" presStyleLbl="node1" presStyleIdx="0" presStyleCnt="4">
        <dgm:presLayoutVars>
          <dgm:chMax val="0"/>
          <dgm:bulletEnabled val="1"/>
        </dgm:presLayoutVars>
      </dgm:prSet>
      <dgm:spPr/>
    </dgm:pt>
    <dgm:pt modelId="{5A70D760-5B45-4CAF-AA54-4007251B41DB}" type="pres">
      <dgm:prSet presAssocID="{34745A63-DFDE-4971-827C-AE7E834EF12E}" presName="spacer" presStyleCnt="0"/>
      <dgm:spPr/>
    </dgm:pt>
    <dgm:pt modelId="{081FB2BA-862A-4F65-AC3D-D2829BE41609}" type="pres">
      <dgm:prSet presAssocID="{4047A6A9-94EC-4428-A76D-FF2A7A1B17AD}" presName="parentText" presStyleLbl="node1" presStyleIdx="1" presStyleCnt="4">
        <dgm:presLayoutVars>
          <dgm:chMax val="0"/>
          <dgm:bulletEnabled val="1"/>
        </dgm:presLayoutVars>
      </dgm:prSet>
      <dgm:spPr/>
    </dgm:pt>
    <dgm:pt modelId="{8729BB46-8181-4184-AEDD-A74953853DA6}" type="pres">
      <dgm:prSet presAssocID="{4047A6A9-94EC-4428-A76D-FF2A7A1B17AD}" presName="childText" presStyleLbl="revTx" presStyleIdx="0" presStyleCnt="2">
        <dgm:presLayoutVars>
          <dgm:bulletEnabled val="1"/>
        </dgm:presLayoutVars>
      </dgm:prSet>
      <dgm:spPr/>
    </dgm:pt>
    <dgm:pt modelId="{53261EB2-A468-49B9-813F-108E8828E5BB}" type="pres">
      <dgm:prSet presAssocID="{F8A95130-FD68-4E4D-B77C-77F740578E8B}" presName="parentText" presStyleLbl="node1" presStyleIdx="2" presStyleCnt="4">
        <dgm:presLayoutVars>
          <dgm:chMax val="0"/>
          <dgm:bulletEnabled val="1"/>
        </dgm:presLayoutVars>
      </dgm:prSet>
      <dgm:spPr/>
    </dgm:pt>
    <dgm:pt modelId="{6B1E983F-04B8-4C7C-8C4D-17539218C14D}" type="pres">
      <dgm:prSet presAssocID="{F8A95130-FD68-4E4D-B77C-77F740578E8B}" presName="childText" presStyleLbl="revTx" presStyleIdx="1" presStyleCnt="2">
        <dgm:presLayoutVars>
          <dgm:bulletEnabled val="1"/>
        </dgm:presLayoutVars>
      </dgm:prSet>
      <dgm:spPr/>
    </dgm:pt>
    <dgm:pt modelId="{12C2492B-CF0F-4EA4-ABED-D641E8A5DE43}" type="pres">
      <dgm:prSet presAssocID="{AEC57A25-1A7A-488D-91B5-7CD7FA7901E7}" presName="parentText" presStyleLbl="node1" presStyleIdx="3" presStyleCnt="4">
        <dgm:presLayoutVars>
          <dgm:chMax val="0"/>
          <dgm:bulletEnabled val="1"/>
        </dgm:presLayoutVars>
      </dgm:prSet>
      <dgm:spPr/>
    </dgm:pt>
  </dgm:ptLst>
  <dgm:cxnLst>
    <dgm:cxn modelId="{A2587410-3742-4481-9771-43E9C584AFC9}" type="presOf" srcId="{4270964A-92E4-4E82-9BE0-675973896E07}" destId="{8729BB46-8181-4184-AEDD-A74953853DA6}" srcOrd="0" destOrd="3" presId="urn:microsoft.com/office/officeart/2005/8/layout/vList2"/>
    <dgm:cxn modelId="{17FA0B1E-BA84-4434-BDEF-69E81CA8FCA0}" srcId="{4047A6A9-94EC-4428-A76D-FF2A7A1B17AD}" destId="{282AD7D7-9939-44BD-B670-3461520D57B6}" srcOrd="0" destOrd="0" parTransId="{CCC28565-634D-4DED-96CE-DEE505342CBD}" sibTransId="{B2645BD1-92F5-4C22-8CDB-4917148D61D1}"/>
    <dgm:cxn modelId="{5826A327-6A0A-492B-A679-FB629C40B32C}" type="presOf" srcId="{AEC57A25-1A7A-488D-91B5-7CD7FA7901E7}" destId="{12C2492B-CF0F-4EA4-ABED-D641E8A5DE43}" srcOrd="0" destOrd="0" presId="urn:microsoft.com/office/officeart/2005/8/layout/vList2"/>
    <dgm:cxn modelId="{86C99E29-1EF7-4295-A013-460D19AE3878}" type="presOf" srcId="{6E53904C-35BF-46BA-B350-25AB53121D81}" destId="{8729BB46-8181-4184-AEDD-A74953853DA6}" srcOrd="0" destOrd="1" presId="urn:microsoft.com/office/officeart/2005/8/layout/vList2"/>
    <dgm:cxn modelId="{D9E1782F-790A-4930-805A-C76F06A08A65}" type="presOf" srcId="{282AD7D7-9939-44BD-B670-3461520D57B6}" destId="{8729BB46-8181-4184-AEDD-A74953853DA6}" srcOrd="0" destOrd="0" presId="urn:microsoft.com/office/officeart/2005/8/layout/vList2"/>
    <dgm:cxn modelId="{4B9D0439-49A2-4B98-8612-65FD7FDCF778}" srcId="{45D473D9-7C44-4FA2-8857-A19BB11EC51D}" destId="{F8A95130-FD68-4E4D-B77C-77F740578E8B}" srcOrd="2" destOrd="0" parTransId="{88103229-E1FD-45F2-A970-DB799FCD047D}" sibTransId="{F3C6A9CE-C90A-488A-94D7-936A0712452D}"/>
    <dgm:cxn modelId="{289D013A-859C-4F15-9F16-3B6E758342FB}" srcId="{4047A6A9-94EC-4428-A76D-FF2A7A1B17AD}" destId="{6E63BC0C-64ED-4264-A6D1-E8AEB29876A3}" srcOrd="2" destOrd="0" parTransId="{72DCF3FB-E14E-44BF-8200-A446FE1789AE}" sibTransId="{6E650CDB-1AB0-465B-A4B9-410A25804C86}"/>
    <dgm:cxn modelId="{5C0F183D-CD95-47ED-B1A9-829558548BC2}" type="presOf" srcId="{DB7A4350-C350-480A-A217-622DB6F74EFF}" destId="{6B1E983F-04B8-4C7C-8C4D-17539218C14D}" srcOrd="0" destOrd="0" presId="urn:microsoft.com/office/officeart/2005/8/layout/vList2"/>
    <dgm:cxn modelId="{BAD38F67-C4A7-4638-B133-5A2673626D9A}" type="presOf" srcId="{FA2D2BFE-4A4F-491D-92C8-BDEA7F2BC479}" destId="{6B1E983F-04B8-4C7C-8C4D-17539218C14D}" srcOrd="0" destOrd="1" presId="urn:microsoft.com/office/officeart/2005/8/layout/vList2"/>
    <dgm:cxn modelId="{C1301657-50BA-4476-8177-FC48ABE21F81}" srcId="{4047A6A9-94EC-4428-A76D-FF2A7A1B17AD}" destId="{CB299B16-6B00-488B-85F5-EF4A90FD003A}" srcOrd="4" destOrd="0" parTransId="{2A67B5BA-4C88-4C92-BE0F-0F9E14D2A654}" sibTransId="{83E38EB1-DB39-4110-8C70-BF685C91B240}"/>
    <dgm:cxn modelId="{9FF6117F-F353-473E-A8E6-4344BDC849B6}" type="presOf" srcId="{4047A6A9-94EC-4428-A76D-FF2A7A1B17AD}" destId="{081FB2BA-862A-4F65-AC3D-D2829BE41609}" srcOrd="0" destOrd="0" presId="urn:microsoft.com/office/officeart/2005/8/layout/vList2"/>
    <dgm:cxn modelId="{FE79A98E-D08D-4616-B09E-58971DB17C50}" type="presOf" srcId="{45D473D9-7C44-4FA2-8857-A19BB11EC51D}" destId="{55B3DECE-AE50-4FC3-9423-BFA9F6A1C40E}" srcOrd="0" destOrd="0" presId="urn:microsoft.com/office/officeart/2005/8/layout/vList2"/>
    <dgm:cxn modelId="{F9271F96-AC73-4B2F-A6E4-6F1A5CD3F78F}" srcId="{4047A6A9-94EC-4428-A76D-FF2A7A1B17AD}" destId="{6E53904C-35BF-46BA-B350-25AB53121D81}" srcOrd="1" destOrd="0" parTransId="{C25E94D0-0670-4CFB-ACAD-11B4C0EA740C}" sibTransId="{F872A30C-52B2-45A5-8F8E-B8F3E768F228}"/>
    <dgm:cxn modelId="{6073D79F-D6AC-4E9B-BCD4-0806C80843C1}" srcId="{F8A95130-FD68-4E4D-B77C-77F740578E8B}" destId="{DB7A4350-C350-480A-A217-622DB6F74EFF}" srcOrd="0" destOrd="0" parTransId="{11107836-B18C-4C92-BEBF-8DC87E49E1F4}" sibTransId="{3A44C95F-D9C8-4C77-A7CC-002134906A56}"/>
    <dgm:cxn modelId="{C2BFFAAC-14D2-4D15-89DA-31176CEF11E3}" type="presOf" srcId="{F8A95130-FD68-4E4D-B77C-77F740578E8B}" destId="{53261EB2-A468-49B9-813F-108E8828E5BB}" srcOrd="0" destOrd="0" presId="urn:microsoft.com/office/officeart/2005/8/layout/vList2"/>
    <dgm:cxn modelId="{43E900B9-027B-441C-887B-B8572BA4F66D}" srcId="{45D473D9-7C44-4FA2-8857-A19BB11EC51D}" destId="{EBD79DE5-9FC0-4919-BA0A-1C2FFAFDBFC9}" srcOrd="0" destOrd="0" parTransId="{E2A46E0B-568E-47AB-8C7A-372A84B1B785}" sibTransId="{34745A63-DFDE-4971-827C-AE7E834EF12E}"/>
    <dgm:cxn modelId="{2AEBBABC-C4DE-419A-9E99-9183BA803ADB}" srcId="{45D473D9-7C44-4FA2-8857-A19BB11EC51D}" destId="{AEC57A25-1A7A-488D-91B5-7CD7FA7901E7}" srcOrd="3" destOrd="0" parTransId="{6A09E906-80FB-4350-9270-6C090AF746C1}" sibTransId="{DE5A113F-AEB4-465D-838E-3F9A1BA1FE6D}"/>
    <dgm:cxn modelId="{623427BE-47A6-4168-8947-B234D4C45350}" type="presOf" srcId="{EBD79DE5-9FC0-4919-BA0A-1C2FFAFDBFC9}" destId="{8AA054F4-F852-4D9B-8E88-6F3953DA24F4}" srcOrd="0" destOrd="0" presId="urn:microsoft.com/office/officeart/2005/8/layout/vList2"/>
    <dgm:cxn modelId="{BE6B36CC-6CCE-46B7-BC44-291995EFD667}" type="presOf" srcId="{6E63BC0C-64ED-4264-A6D1-E8AEB29876A3}" destId="{8729BB46-8181-4184-AEDD-A74953853DA6}" srcOrd="0" destOrd="2" presId="urn:microsoft.com/office/officeart/2005/8/layout/vList2"/>
    <dgm:cxn modelId="{AD44B9D3-C0CF-4652-8529-B543463892B4}" srcId="{4047A6A9-94EC-4428-A76D-FF2A7A1B17AD}" destId="{4270964A-92E4-4E82-9BE0-675973896E07}" srcOrd="3" destOrd="0" parTransId="{6CAA752A-BD2B-4DE5-B061-6C8ADEA4CC9B}" sibTransId="{53E6A610-F444-4199-9605-9D838BFE47C2}"/>
    <dgm:cxn modelId="{F9D7E8EB-B839-4159-9DB5-460616D99F16}" type="presOf" srcId="{CB299B16-6B00-488B-85F5-EF4A90FD003A}" destId="{8729BB46-8181-4184-AEDD-A74953853DA6}" srcOrd="0" destOrd="4" presId="urn:microsoft.com/office/officeart/2005/8/layout/vList2"/>
    <dgm:cxn modelId="{D02544FA-2EE8-4C96-A5E4-A07590891821}" srcId="{45D473D9-7C44-4FA2-8857-A19BB11EC51D}" destId="{4047A6A9-94EC-4428-A76D-FF2A7A1B17AD}" srcOrd="1" destOrd="0" parTransId="{3FE8055E-3226-47A8-A04E-588A2A54045F}" sibTransId="{2058422C-049B-4486-89FE-1AE9C18E9FB3}"/>
    <dgm:cxn modelId="{BAF156FE-F8B8-418C-95E7-ADCFAE1F908D}" srcId="{F8A95130-FD68-4E4D-B77C-77F740578E8B}" destId="{FA2D2BFE-4A4F-491D-92C8-BDEA7F2BC479}" srcOrd="1" destOrd="0" parTransId="{A89F81C0-9BCF-4526-B1AA-CEAC385C294B}" sibTransId="{B47544C1-F503-4F22-BC0B-04B5D3B9CE34}"/>
    <dgm:cxn modelId="{50DAFBE0-1FC2-42C0-A3EB-152E58E7866A}" type="presParOf" srcId="{55B3DECE-AE50-4FC3-9423-BFA9F6A1C40E}" destId="{8AA054F4-F852-4D9B-8E88-6F3953DA24F4}" srcOrd="0" destOrd="0" presId="urn:microsoft.com/office/officeart/2005/8/layout/vList2"/>
    <dgm:cxn modelId="{33907E8A-238B-48D8-B9D0-2BADA27C8217}" type="presParOf" srcId="{55B3DECE-AE50-4FC3-9423-BFA9F6A1C40E}" destId="{5A70D760-5B45-4CAF-AA54-4007251B41DB}" srcOrd="1" destOrd="0" presId="urn:microsoft.com/office/officeart/2005/8/layout/vList2"/>
    <dgm:cxn modelId="{E4AC8E95-D4C1-4A46-89F7-745F65878B24}" type="presParOf" srcId="{55B3DECE-AE50-4FC3-9423-BFA9F6A1C40E}" destId="{081FB2BA-862A-4F65-AC3D-D2829BE41609}" srcOrd="2" destOrd="0" presId="urn:microsoft.com/office/officeart/2005/8/layout/vList2"/>
    <dgm:cxn modelId="{D70B5397-E6CE-474B-A87F-99114D2CA240}" type="presParOf" srcId="{55B3DECE-AE50-4FC3-9423-BFA9F6A1C40E}" destId="{8729BB46-8181-4184-AEDD-A74953853DA6}" srcOrd="3" destOrd="0" presId="urn:microsoft.com/office/officeart/2005/8/layout/vList2"/>
    <dgm:cxn modelId="{BF284294-B75F-4070-AE1A-FCE01A2BDFB3}" type="presParOf" srcId="{55B3DECE-AE50-4FC3-9423-BFA9F6A1C40E}" destId="{53261EB2-A468-49B9-813F-108E8828E5BB}" srcOrd="4" destOrd="0" presId="urn:microsoft.com/office/officeart/2005/8/layout/vList2"/>
    <dgm:cxn modelId="{BF9D3714-DC30-4741-8278-2FF2F5E299A0}" type="presParOf" srcId="{55B3DECE-AE50-4FC3-9423-BFA9F6A1C40E}" destId="{6B1E983F-04B8-4C7C-8C4D-17539218C14D}" srcOrd="5" destOrd="0" presId="urn:microsoft.com/office/officeart/2005/8/layout/vList2"/>
    <dgm:cxn modelId="{47E846A1-D5B6-4086-854E-951BDA25B2DF}" type="presParOf" srcId="{55B3DECE-AE50-4FC3-9423-BFA9F6A1C40E}" destId="{12C2492B-CF0F-4EA4-ABED-D641E8A5DE4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5B6E30-92BA-4265-8252-52BEDE04838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AC5CC90-365D-47D5-9B0A-22296695FF67}">
      <dgm:prSet/>
      <dgm:spPr/>
      <dgm:t>
        <a:bodyPr/>
        <a:lstStyle/>
        <a:p>
          <a:r>
            <a:rPr lang="en-SG"/>
            <a:t>Input/Output ports</a:t>
          </a:r>
          <a:endParaRPr lang="en-US"/>
        </a:p>
      </dgm:t>
    </dgm:pt>
    <dgm:pt modelId="{E78A2798-94DA-4C34-A5D9-49E937ED8830}" type="parTrans" cxnId="{EA3FD796-A9B1-4EEB-A8B1-12C4D5E2DA0D}">
      <dgm:prSet/>
      <dgm:spPr/>
      <dgm:t>
        <a:bodyPr/>
        <a:lstStyle/>
        <a:p>
          <a:endParaRPr lang="en-US"/>
        </a:p>
      </dgm:t>
    </dgm:pt>
    <dgm:pt modelId="{4AED237D-30B8-4653-BE4A-506254CD581E}" type="sibTrans" cxnId="{EA3FD796-A9B1-4EEB-A8B1-12C4D5E2DA0D}">
      <dgm:prSet/>
      <dgm:spPr/>
      <dgm:t>
        <a:bodyPr/>
        <a:lstStyle/>
        <a:p>
          <a:endParaRPr lang="en-US"/>
        </a:p>
      </dgm:t>
    </dgm:pt>
    <dgm:pt modelId="{70407AA2-B231-405B-B4B5-994AB815C507}">
      <dgm:prSet/>
      <dgm:spPr/>
      <dgm:t>
        <a:bodyPr/>
        <a:lstStyle/>
        <a:p>
          <a:r>
            <a:rPr lang="en-SG"/>
            <a:t>Analog-to-Digital converters</a:t>
          </a:r>
          <a:endParaRPr lang="en-US"/>
        </a:p>
      </dgm:t>
    </dgm:pt>
    <dgm:pt modelId="{706B91A1-BBEE-4481-B066-71ECEB63038B}" type="parTrans" cxnId="{450240E2-D1A4-4590-854E-229201A4D5B9}">
      <dgm:prSet/>
      <dgm:spPr/>
      <dgm:t>
        <a:bodyPr/>
        <a:lstStyle/>
        <a:p>
          <a:endParaRPr lang="en-US"/>
        </a:p>
      </dgm:t>
    </dgm:pt>
    <dgm:pt modelId="{C5C85641-24A7-4C37-94B7-9CCB2DD0FB3B}" type="sibTrans" cxnId="{450240E2-D1A4-4590-854E-229201A4D5B9}">
      <dgm:prSet/>
      <dgm:spPr/>
      <dgm:t>
        <a:bodyPr/>
        <a:lstStyle/>
        <a:p>
          <a:endParaRPr lang="en-US"/>
        </a:p>
      </dgm:t>
    </dgm:pt>
    <dgm:pt modelId="{AA9E3B06-7F74-456A-9F05-6FE16D7658A3}">
      <dgm:prSet/>
      <dgm:spPr/>
      <dgm:t>
        <a:bodyPr/>
        <a:lstStyle/>
        <a:p>
          <a:r>
            <a:rPr lang="en-SG"/>
            <a:t>Analog comparators</a:t>
          </a:r>
          <a:endParaRPr lang="en-US"/>
        </a:p>
      </dgm:t>
    </dgm:pt>
    <dgm:pt modelId="{CE4D0C5C-7864-4994-BD2B-32F8291C0B9C}" type="parTrans" cxnId="{DAC344BB-48EF-49D9-AD28-B7BDB89192A1}">
      <dgm:prSet/>
      <dgm:spPr/>
      <dgm:t>
        <a:bodyPr/>
        <a:lstStyle/>
        <a:p>
          <a:endParaRPr lang="en-US"/>
        </a:p>
      </dgm:t>
    </dgm:pt>
    <dgm:pt modelId="{664E900D-776A-40AE-931E-ECB106C8D3C7}" type="sibTrans" cxnId="{DAC344BB-48EF-49D9-AD28-B7BDB89192A1}">
      <dgm:prSet/>
      <dgm:spPr/>
      <dgm:t>
        <a:bodyPr/>
        <a:lstStyle/>
        <a:p>
          <a:endParaRPr lang="en-US"/>
        </a:p>
      </dgm:t>
    </dgm:pt>
    <dgm:pt modelId="{3A4E0D2F-1DB2-4946-B7DB-E87AFED73C7B}">
      <dgm:prSet/>
      <dgm:spPr/>
      <dgm:t>
        <a:bodyPr/>
        <a:lstStyle/>
        <a:p>
          <a:r>
            <a:rPr lang="en-SG"/>
            <a:t>Digital-to-analog converters</a:t>
          </a:r>
          <a:endParaRPr lang="en-US"/>
        </a:p>
      </dgm:t>
    </dgm:pt>
    <dgm:pt modelId="{FA2AD28B-FE08-4676-B45C-0B3BFBEC5A48}" type="parTrans" cxnId="{F8FE9F00-0BA7-417B-85F7-0EB148BD3827}">
      <dgm:prSet/>
      <dgm:spPr/>
      <dgm:t>
        <a:bodyPr/>
        <a:lstStyle/>
        <a:p>
          <a:endParaRPr lang="en-US"/>
        </a:p>
      </dgm:t>
    </dgm:pt>
    <dgm:pt modelId="{9D494B5E-DABA-4B37-88C1-C191F4040106}" type="sibTrans" cxnId="{F8FE9F00-0BA7-417B-85F7-0EB148BD3827}">
      <dgm:prSet/>
      <dgm:spPr/>
      <dgm:t>
        <a:bodyPr/>
        <a:lstStyle/>
        <a:p>
          <a:endParaRPr lang="en-US"/>
        </a:p>
      </dgm:t>
    </dgm:pt>
    <dgm:pt modelId="{52B139CF-710F-4460-938A-132FED901B79}">
      <dgm:prSet/>
      <dgm:spPr/>
      <dgm:t>
        <a:bodyPr/>
        <a:lstStyle/>
        <a:p>
          <a:r>
            <a:rPr lang="en-SG"/>
            <a:t>Timer/Counter units</a:t>
          </a:r>
          <a:endParaRPr lang="en-US"/>
        </a:p>
      </dgm:t>
    </dgm:pt>
    <dgm:pt modelId="{49E3FC85-2B49-4558-9421-D08F3588030E}" type="parTrans" cxnId="{71F25E43-B851-485D-ACAC-2CE5351E2AD7}">
      <dgm:prSet/>
      <dgm:spPr/>
      <dgm:t>
        <a:bodyPr/>
        <a:lstStyle/>
        <a:p>
          <a:endParaRPr lang="en-US"/>
        </a:p>
      </dgm:t>
    </dgm:pt>
    <dgm:pt modelId="{D4D1DB42-9640-4BFC-A229-3FE867090014}" type="sibTrans" cxnId="{71F25E43-B851-485D-ACAC-2CE5351E2AD7}">
      <dgm:prSet/>
      <dgm:spPr/>
      <dgm:t>
        <a:bodyPr/>
        <a:lstStyle/>
        <a:p>
          <a:endParaRPr lang="en-US"/>
        </a:p>
      </dgm:t>
    </dgm:pt>
    <dgm:pt modelId="{406CD503-248B-4E4A-B787-2FC0FFFE5E7D}">
      <dgm:prSet/>
      <dgm:spPr/>
      <dgm:t>
        <a:bodyPr/>
        <a:lstStyle/>
        <a:p>
          <a:r>
            <a:rPr lang="en-SG"/>
            <a:t>PWM waveform generators</a:t>
          </a:r>
          <a:endParaRPr lang="en-US"/>
        </a:p>
      </dgm:t>
    </dgm:pt>
    <dgm:pt modelId="{A2272A9D-B3F0-4CFF-8705-D09A34895E00}" type="parTrans" cxnId="{C742B3CD-2BEB-4EEF-BD74-78F9BE55DD86}">
      <dgm:prSet/>
      <dgm:spPr/>
      <dgm:t>
        <a:bodyPr/>
        <a:lstStyle/>
        <a:p>
          <a:endParaRPr lang="en-US"/>
        </a:p>
      </dgm:t>
    </dgm:pt>
    <dgm:pt modelId="{76E9100A-7732-4D57-B0E0-024C908C15B4}" type="sibTrans" cxnId="{C742B3CD-2BEB-4EEF-BD74-78F9BE55DD86}">
      <dgm:prSet/>
      <dgm:spPr/>
      <dgm:t>
        <a:bodyPr/>
        <a:lstStyle/>
        <a:p>
          <a:endParaRPr lang="en-US"/>
        </a:p>
      </dgm:t>
    </dgm:pt>
    <dgm:pt modelId="{BA4976DF-EE7A-4A6B-8EEF-DB8942FCF578}">
      <dgm:prSet/>
      <dgm:spPr/>
      <dgm:t>
        <a:bodyPr/>
        <a:lstStyle/>
        <a:p>
          <a:r>
            <a:rPr lang="en-SG"/>
            <a:t>UART (Serial Communications)</a:t>
          </a:r>
          <a:endParaRPr lang="en-US"/>
        </a:p>
      </dgm:t>
    </dgm:pt>
    <dgm:pt modelId="{F730D0AB-885E-48EC-B3CB-51B9733C48B6}" type="parTrans" cxnId="{D5038667-9146-4185-BF60-92AA03CA7FCA}">
      <dgm:prSet/>
      <dgm:spPr/>
      <dgm:t>
        <a:bodyPr/>
        <a:lstStyle/>
        <a:p>
          <a:endParaRPr lang="en-US"/>
        </a:p>
      </dgm:t>
    </dgm:pt>
    <dgm:pt modelId="{1C7D9AF6-B27B-4AF2-85DD-531788207689}" type="sibTrans" cxnId="{D5038667-9146-4185-BF60-92AA03CA7FCA}">
      <dgm:prSet/>
      <dgm:spPr/>
      <dgm:t>
        <a:bodyPr/>
        <a:lstStyle/>
        <a:p>
          <a:endParaRPr lang="en-US"/>
        </a:p>
      </dgm:t>
    </dgm:pt>
    <dgm:pt modelId="{09559CFD-EA9A-498F-9C0C-1AAA66DEC401}">
      <dgm:prSet/>
      <dgm:spPr/>
      <dgm:t>
        <a:bodyPr/>
        <a:lstStyle/>
        <a:p>
          <a:r>
            <a:rPr lang="en-SG"/>
            <a:t>USB interface</a:t>
          </a:r>
          <a:endParaRPr lang="en-US"/>
        </a:p>
      </dgm:t>
    </dgm:pt>
    <dgm:pt modelId="{1E6FED0B-55F6-418F-80DB-2843796DDDE6}" type="parTrans" cxnId="{475DCCE0-6AD1-4F3E-B13A-E52B6DC0432E}">
      <dgm:prSet/>
      <dgm:spPr/>
      <dgm:t>
        <a:bodyPr/>
        <a:lstStyle/>
        <a:p>
          <a:endParaRPr lang="en-US"/>
        </a:p>
      </dgm:t>
    </dgm:pt>
    <dgm:pt modelId="{8153BB68-DD94-40B1-94EF-ADA4C79A562F}" type="sibTrans" cxnId="{475DCCE0-6AD1-4F3E-B13A-E52B6DC0432E}">
      <dgm:prSet/>
      <dgm:spPr/>
      <dgm:t>
        <a:bodyPr/>
        <a:lstStyle/>
        <a:p>
          <a:endParaRPr lang="en-US"/>
        </a:p>
      </dgm:t>
    </dgm:pt>
    <dgm:pt modelId="{FCC3592D-CB69-47E2-85AE-09ED193A4695}" type="pres">
      <dgm:prSet presAssocID="{3D5B6E30-92BA-4265-8252-52BEDE048383}" presName="linear" presStyleCnt="0">
        <dgm:presLayoutVars>
          <dgm:animLvl val="lvl"/>
          <dgm:resizeHandles val="exact"/>
        </dgm:presLayoutVars>
      </dgm:prSet>
      <dgm:spPr/>
    </dgm:pt>
    <dgm:pt modelId="{5BC8BC7A-59E2-454D-BB1C-986624F95E33}" type="pres">
      <dgm:prSet presAssocID="{CAC5CC90-365D-47D5-9B0A-22296695FF67}" presName="parentText" presStyleLbl="node1" presStyleIdx="0" presStyleCnt="8">
        <dgm:presLayoutVars>
          <dgm:chMax val="0"/>
          <dgm:bulletEnabled val="1"/>
        </dgm:presLayoutVars>
      </dgm:prSet>
      <dgm:spPr/>
    </dgm:pt>
    <dgm:pt modelId="{7BCFC213-7329-4BE6-A0D9-4B709A9CD997}" type="pres">
      <dgm:prSet presAssocID="{4AED237D-30B8-4653-BE4A-506254CD581E}" presName="spacer" presStyleCnt="0"/>
      <dgm:spPr/>
    </dgm:pt>
    <dgm:pt modelId="{541C5B95-50B4-4375-92A5-63D86287D2C5}" type="pres">
      <dgm:prSet presAssocID="{70407AA2-B231-405B-B4B5-994AB815C507}" presName="parentText" presStyleLbl="node1" presStyleIdx="1" presStyleCnt="8">
        <dgm:presLayoutVars>
          <dgm:chMax val="0"/>
          <dgm:bulletEnabled val="1"/>
        </dgm:presLayoutVars>
      </dgm:prSet>
      <dgm:spPr/>
    </dgm:pt>
    <dgm:pt modelId="{90229DEE-F9AE-4E35-B764-A933533735DC}" type="pres">
      <dgm:prSet presAssocID="{C5C85641-24A7-4C37-94B7-9CCB2DD0FB3B}" presName="spacer" presStyleCnt="0"/>
      <dgm:spPr/>
    </dgm:pt>
    <dgm:pt modelId="{70B38EDA-89B3-4E5B-B637-8A06AAB59625}" type="pres">
      <dgm:prSet presAssocID="{AA9E3B06-7F74-456A-9F05-6FE16D7658A3}" presName="parentText" presStyleLbl="node1" presStyleIdx="2" presStyleCnt="8">
        <dgm:presLayoutVars>
          <dgm:chMax val="0"/>
          <dgm:bulletEnabled val="1"/>
        </dgm:presLayoutVars>
      </dgm:prSet>
      <dgm:spPr/>
    </dgm:pt>
    <dgm:pt modelId="{14742EE5-A6E9-4336-9194-FEA54BF2D3DE}" type="pres">
      <dgm:prSet presAssocID="{664E900D-776A-40AE-931E-ECB106C8D3C7}" presName="spacer" presStyleCnt="0"/>
      <dgm:spPr/>
    </dgm:pt>
    <dgm:pt modelId="{D8859222-D000-4AA8-AF55-062FE809758A}" type="pres">
      <dgm:prSet presAssocID="{3A4E0D2F-1DB2-4946-B7DB-E87AFED73C7B}" presName="parentText" presStyleLbl="node1" presStyleIdx="3" presStyleCnt="8">
        <dgm:presLayoutVars>
          <dgm:chMax val="0"/>
          <dgm:bulletEnabled val="1"/>
        </dgm:presLayoutVars>
      </dgm:prSet>
      <dgm:spPr/>
    </dgm:pt>
    <dgm:pt modelId="{F4039B81-7050-4B6A-98F0-065532F5A066}" type="pres">
      <dgm:prSet presAssocID="{9D494B5E-DABA-4B37-88C1-C191F4040106}" presName="spacer" presStyleCnt="0"/>
      <dgm:spPr/>
    </dgm:pt>
    <dgm:pt modelId="{338B4D6E-FE82-4D88-9543-594457E2F247}" type="pres">
      <dgm:prSet presAssocID="{52B139CF-710F-4460-938A-132FED901B79}" presName="parentText" presStyleLbl="node1" presStyleIdx="4" presStyleCnt="8">
        <dgm:presLayoutVars>
          <dgm:chMax val="0"/>
          <dgm:bulletEnabled val="1"/>
        </dgm:presLayoutVars>
      </dgm:prSet>
      <dgm:spPr/>
    </dgm:pt>
    <dgm:pt modelId="{B3106737-5978-4C4B-BBF0-7DB44C5DF535}" type="pres">
      <dgm:prSet presAssocID="{D4D1DB42-9640-4BFC-A229-3FE867090014}" presName="spacer" presStyleCnt="0"/>
      <dgm:spPr/>
    </dgm:pt>
    <dgm:pt modelId="{94DABC68-350A-4337-8A4E-C74D2CC48F47}" type="pres">
      <dgm:prSet presAssocID="{406CD503-248B-4E4A-B787-2FC0FFFE5E7D}" presName="parentText" presStyleLbl="node1" presStyleIdx="5" presStyleCnt="8">
        <dgm:presLayoutVars>
          <dgm:chMax val="0"/>
          <dgm:bulletEnabled val="1"/>
        </dgm:presLayoutVars>
      </dgm:prSet>
      <dgm:spPr/>
    </dgm:pt>
    <dgm:pt modelId="{3FB050E2-2A09-4B4C-AAA9-5042E1C23EC6}" type="pres">
      <dgm:prSet presAssocID="{76E9100A-7732-4D57-B0E0-024C908C15B4}" presName="spacer" presStyleCnt="0"/>
      <dgm:spPr/>
    </dgm:pt>
    <dgm:pt modelId="{71A50528-DA0F-46C2-BA96-1703ED76AAA8}" type="pres">
      <dgm:prSet presAssocID="{BA4976DF-EE7A-4A6B-8EEF-DB8942FCF578}" presName="parentText" presStyleLbl="node1" presStyleIdx="6" presStyleCnt="8">
        <dgm:presLayoutVars>
          <dgm:chMax val="0"/>
          <dgm:bulletEnabled val="1"/>
        </dgm:presLayoutVars>
      </dgm:prSet>
      <dgm:spPr/>
    </dgm:pt>
    <dgm:pt modelId="{62C475E1-2BEC-46E0-B506-EB9D9E420A2D}" type="pres">
      <dgm:prSet presAssocID="{1C7D9AF6-B27B-4AF2-85DD-531788207689}" presName="spacer" presStyleCnt="0"/>
      <dgm:spPr/>
    </dgm:pt>
    <dgm:pt modelId="{673A55AF-9875-45AC-83F7-951E05FEF1DC}" type="pres">
      <dgm:prSet presAssocID="{09559CFD-EA9A-498F-9C0C-1AAA66DEC401}" presName="parentText" presStyleLbl="node1" presStyleIdx="7" presStyleCnt="8">
        <dgm:presLayoutVars>
          <dgm:chMax val="0"/>
          <dgm:bulletEnabled val="1"/>
        </dgm:presLayoutVars>
      </dgm:prSet>
      <dgm:spPr/>
    </dgm:pt>
  </dgm:ptLst>
  <dgm:cxnLst>
    <dgm:cxn modelId="{F8FE9F00-0BA7-417B-85F7-0EB148BD3827}" srcId="{3D5B6E30-92BA-4265-8252-52BEDE048383}" destId="{3A4E0D2F-1DB2-4946-B7DB-E87AFED73C7B}" srcOrd="3" destOrd="0" parTransId="{FA2AD28B-FE08-4676-B45C-0B3BFBEC5A48}" sibTransId="{9D494B5E-DABA-4B37-88C1-C191F4040106}"/>
    <dgm:cxn modelId="{BC3CF706-6936-4AB2-8C4D-2C564A266B8E}" type="presOf" srcId="{52B139CF-710F-4460-938A-132FED901B79}" destId="{338B4D6E-FE82-4D88-9543-594457E2F247}" srcOrd="0" destOrd="0" presId="urn:microsoft.com/office/officeart/2005/8/layout/vList2"/>
    <dgm:cxn modelId="{E9F7E637-A945-4E82-AB64-E6961A5073C5}" type="presOf" srcId="{CAC5CC90-365D-47D5-9B0A-22296695FF67}" destId="{5BC8BC7A-59E2-454D-BB1C-986624F95E33}" srcOrd="0" destOrd="0" presId="urn:microsoft.com/office/officeart/2005/8/layout/vList2"/>
    <dgm:cxn modelId="{AD44573D-6379-4451-9455-E70E3B33F2B7}" type="presOf" srcId="{09559CFD-EA9A-498F-9C0C-1AAA66DEC401}" destId="{673A55AF-9875-45AC-83F7-951E05FEF1DC}" srcOrd="0" destOrd="0" presId="urn:microsoft.com/office/officeart/2005/8/layout/vList2"/>
    <dgm:cxn modelId="{71F25E43-B851-485D-ACAC-2CE5351E2AD7}" srcId="{3D5B6E30-92BA-4265-8252-52BEDE048383}" destId="{52B139CF-710F-4460-938A-132FED901B79}" srcOrd="4" destOrd="0" parTransId="{49E3FC85-2B49-4558-9421-D08F3588030E}" sibTransId="{D4D1DB42-9640-4BFC-A229-3FE867090014}"/>
    <dgm:cxn modelId="{D730E443-33F5-4D22-A392-3AFC12F34890}" type="presOf" srcId="{AA9E3B06-7F74-456A-9F05-6FE16D7658A3}" destId="{70B38EDA-89B3-4E5B-B637-8A06AAB59625}" srcOrd="0" destOrd="0" presId="urn:microsoft.com/office/officeart/2005/8/layout/vList2"/>
    <dgm:cxn modelId="{D5038667-9146-4185-BF60-92AA03CA7FCA}" srcId="{3D5B6E30-92BA-4265-8252-52BEDE048383}" destId="{BA4976DF-EE7A-4A6B-8EEF-DB8942FCF578}" srcOrd="6" destOrd="0" parTransId="{F730D0AB-885E-48EC-B3CB-51B9733C48B6}" sibTransId="{1C7D9AF6-B27B-4AF2-85DD-531788207689}"/>
    <dgm:cxn modelId="{187E1C49-EC6B-4BA7-92D6-DBDD1AD7D534}" type="presOf" srcId="{3D5B6E30-92BA-4265-8252-52BEDE048383}" destId="{FCC3592D-CB69-47E2-85AE-09ED193A4695}" srcOrd="0" destOrd="0" presId="urn:microsoft.com/office/officeart/2005/8/layout/vList2"/>
    <dgm:cxn modelId="{35FB024C-C233-441D-8610-6E17C3BC2291}" type="presOf" srcId="{406CD503-248B-4E4A-B787-2FC0FFFE5E7D}" destId="{94DABC68-350A-4337-8A4E-C74D2CC48F47}" srcOrd="0" destOrd="0" presId="urn:microsoft.com/office/officeart/2005/8/layout/vList2"/>
    <dgm:cxn modelId="{EF16B195-FEBC-4326-B6E1-2DEA4EB6EF5B}" type="presOf" srcId="{BA4976DF-EE7A-4A6B-8EEF-DB8942FCF578}" destId="{71A50528-DA0F-46C2-BA96-1703ED76AAA8}" srcOrd="0" destOrd="0" presId="urn:microsoft.com/office/officeart/2005/8/layout/vList2"/>
    <dgm:cxn modelId="{EA3FD796-A9B1-4EEB-A8B1-12C4D5E2DA0D}" srcId="{3D5B6E30-92BA-4265-8252-52BEDE048383}" destId="{CAC5CC90-365D-47D5-9B0A-22296695FF67}" srcOrd="0" destOrd="0" parTransId="{E78A2798-94DA-4C34-A5D9-49E937ED8830}" sibTransId="{4AED237D-30B8-4653-BE4A-506254CD581E}"/>
    <dgm:cxn modelId="{4A1FFFB9-5E69-4DEB-9D5C-EE905B9FB121}" type="presOf" srcId="{3A4E0D2F-1DB2-4946-B7DB-E87AFED73C7B}" destId="{D8859222-D000-4AA8-AF55-062FE809758A}" srcOrd="0" destOrd="0" presId="urn:microsoft.com/office/officeart/2005/8/layout/vList2"/>
    <dgm:cxn modelId="{DAC344BB-48EF-49D9-AD28-B7BDB89192A1}" srcId="{3D5B6E30-92BA-4265-8252-52BEDE048383}" destId="{AA9E3B06-7F74-456A-9F05-6FE16D7658A3}" srcOrd="2" destOrd="0" parTransId="{CE4D0C5C-7864-4994-BD2B-32F8291C0B9C}" sibTransId="{664E900D-776A-40AE-931E-ECB106C8D3C7}"/>
    <dgm:cxn modelId="{100DCAC2-0811-4869-8504-0B0D1A41DD71}" type="presOf" srcId="{70407AA2-B231-405B-B4B5-994AB815C507}" destId="{541C5B95-50B4-4375-92A5-63D86287D2C5}" srcOrd="0" destOrd="0" presId="urn:microsoft.com/office/officeart/2005/8/layout/vList2"/>
    <dgm:cxn modelId="{C742B3CD-2BEB-4EEF-BD74-78F9BE55DD86}" srcId="{3D5B6E30-92BA-4265-8252-52BEDE048383}" destId="{406CD503-248B-4E4A-B787-2FC0FFFE5E7D}" srcOrd="5" destOrd="0" parTransId="{A2272A9D-B3F0-4CFF-8705-D09A34895E00}" sibTransId="{76E9100A-7732-4D57-B0E0-024C908C15B4}"/>
    <dgm:cxn modelId="{475DCCE0-6AD1-4F3E-B13A-E52B6DC0432E}" srcId="{3D5B6E30-92BA-4265-8252-52BEDE048383}" destId="{09559CFD-EA9A-498F-9C0C-1AAA66DEC401}" srcOrd="7" destOrd="0" parTransId="{1E6FED0B-55F6-418F-80DB-2843796DDDE6}" sibTransId="{8153BB68-DD94-40B1-94EF-ADA4C79A562F}"/>
    <dgm:cxn modelId="{450240E2-D1A4-4590-854E-229201A4D5B9}" srcId="{3D5B6E30-92BA-4265-8252-52BEDE048383}" destId="{70407AA2-B231-405B-B4B5-994AB815C507}" srcOrd="1" destOrd="0" parTransId="{706B91A1-BBEE-4481-B066-71ECEB63038B}" sibTransId="{C5C85641-24A7-4C37-94B7-9CCB2DD0FB3B}"/>
    <dgm:cxn modelId="{40B68A85-D6AF-4E33-9296-F1ADE65E8D65}" type="presParOf" srcId="{FCC3592D-CB69-47E2-85AE-09ED193A4695}" destId="{5BC8BC7A-59E2-454D-BB1C-986624F95E33}" srcOrd="0" destOrd="0" presId="urn:microsoft.com/office/officeart/2005/8/layout/vList2"/>
    <dgm:cxn modelId="{AB6DEBBF-1A79-4124-BA3E-B4A22AE26B80}" type="presParOf" srcId="{FCC3592D-CB69-47E2-85AE-09ED193A4695}" destId="{7BCFC213-7329-4BE6-A0D9-4B709A9CD997}" srcOrd="1" destOrd="0" presId="urn:microsoft.com/office/officeart/2005/8/layout/vList2"/>
    <dgm:cxn modelId="{52FF8DF6-3B61-411E-B4EB-8EEDA1E49C27}" type="presParOf" srcId="{FCC3592D-CB69-47E2-85AE-09ED193A4695}" destId="{541C5B95-50B4-4375-92A5-63D86287D2C5}" srcOrd="2" destOrd="0" presId="urn:microsoft.com/office/officeart/2005/8/layout/vList2"/>
    <dgm:cxn modelId="{43206B90-F408-4D92-8DD2-865920BE65F7}" type="presParOf" srcId="{FCC3592D-CB69-47E2-85AE-09ED193A4695}" destId="{90229DEE-F9AE-4E35-B764-A933533735DC}" srcOrd="3" destOrd="0" presId="urn:microsoft.com/office/officeart/2005/8/layout/vList2"/>
    <dgm:cxn modelId="{AB6991A8-1205-452F-B2D4-BF1989563D3D}" type="presParOf" srcId="{FCC3592D-CB69-47E2-85AE-09ED193A4695}" destId="{70B38EDA-89B3-4E5B-B637-8A06AAB59625}" srcOrd="4" destOrd="0" presId="urn:microsoft.com/office/officeart/2005/8/layout/vList2"/>
    <dgm:cxn modelId="{6E6999B1-D984-445E-83FA-F05242FBF3E8}" type="presParOf" srcId="{FCC3592D-CB69-47E2-85AE-09ED193A4695}" destId="{14742EE5-A6E9-4336-9194-FEA54BF2D3DE}" srcOrd="5" destOrd="0" presId="urn:microsoft.com/office/officeart/2005/8/layout/vList2"/>
    <dgm:cxn modelId="{C76D563C-037A-4B94-AF7F-5A0DCB5C7C5C}" type="presParOf" srcId="{FCC3592D-CB69-47E2-85AE-09ED193A4695}" destId="{D8859222-D000-4AA8-AF55-062FE809758A}" srcOrd="6" destOrd="0" presId="urn:microsoft.com/office/officeart/2005/8/layout/vList2"/>
    <dgm:cxn modelId="{C9ACB548-E9CA-45F0-9789-48331F40A921}" type="presParOf" srcId="{FCC3592D-CB69-47E2-85AE-09ED193A4695}" destId="{F4039B81-7050-4B6A-98F0-065532F5A066}" srcOrd="7" destOrd="0" presId="urn:microsoft.com/office/officeart/2005/8/layout/vList2"/>
    <dgm:cxn modelId="{D685BB88-B7DE-4C0B-878A-AAB09C6FB7C4}" type="presParOf" srcId="{FCC3592D-CB69-47E2-85AE-09ED193A4695}" destId="{338B4D6E-FE82-4D88-9543-594457E2F247}" srcOrd="8" destOrd="0" presId="urn:microsoft.com/office/officeart/2005/8/layout/vList2"/>
    <dgm:cxn modelId="{306A0E3B-0C32-47C5-9337-7C23A25121AA}" type="presParOf" srcId="{FCC3592D-CB69-47E2-85AE-09ED193A4695}" destId="{B3106737-5978-4C4B-BBF0-7DB44C5DF535}" srcOrd="9" destOrd="0" presId="urn:microsoft.com/office/officeart/2005/8/layout/vList2"/>
    <dgm:cxn modelId="{C48012C8-6190-4E64-B590-D2D8509331D7}" type="presParOf" srcId="{FCC3592D-CB69-47E2-85AE-09ED193A4695}" destId="{94DABC68-350A-4337-8A4E-C74D2CC48F47}" srcOrd="10" destOrd="0" presId="urn:microsoft.com/office/officeart/2005/8/layout/vList2"/>
    <dgm:cxn modelId="{BF41EA1F-219F-4B68-B37F-20418AE0B6C2}" type="presParOf" srcId="{FCC3592D-CB69-47E2-85AE-09ED193A4695}" destId="{3FB050E2-2A09-4B4C-AAA9-5042E1C23EC6}" srcOrd="11" destOrd="0" presId="urn:microsoft.com/office/officeart/2005/8/layout/vList2"/>
    <dgm:cxn modelId="{28FD1D07-8620-4E5C-A23B-DD40240EACD3}" type="presParOf" srcId="{FCC3592D-CB69-47E2-85AE-09ED193A4695}" destId="{71A50528-DA0F-46C2-BA96-1703ED76AAA8}" srcOrd="12" destOrd="0" presId="urn:microsoft.com/office/officeart/2005/8/layout/vList2"/>
    <dgm:cxn modelId="{72163848-1A44-46C4-AFE5-233FDF8B049D}" type="presParOf" srcId="{FCC3592D-CB69-47E2-85AE-09ED193A4695}" destId="{62C475E1-2BEC-46E0-B506-EB9D9E420A2D}" srcOrd="13" destOrd="0" presId="urn:microsoft.com/office/officeart/2005/8/layout/vList2"/>
    <dgm:cxn modelId="{44017E1E-05EC-4549-B571-4DEE6A4791D4}" type="presParOf" srcId="{FCC3592D-CB69-47E2-85AE-09ED193A4695}" destId="{673A55AF-9875-45AC-83F7-951E05FEF1DC}"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720B6E-366B-4961-AD91-F9DF6D8383A6}"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2A28D4AC-FB18-47EF-9AB7-D08F95369DBD}">
      <dgm:prSet/>
      <dgm:spPr/>
      <dgm:t>
        <a:bodyPr/>
        <a:lstStyle/>
        <a:p>
          <a:r>
            <a:rPr lang="en-SG"/>
            <a:t>Assembly language</a:t>
          </a:r>
          <a:endParaRPr lang="en-US"/>
        </a:p>
      </dgm:t>
    </dgm:pt>
    <dgm:pt modelId="{CCE623FF-DB87-44F8-ACAE-CF776676F93F}" type="parTrans" cxnId="{6109859C-8ED1-4A38-A513-F97F047B4512}">
      <dgm:prSet/>
      <dgm:spPr/>
      <dgm:t>
        <a:bodyPr/>
        <a:lstStyle/>
        <a:p>
          <a:endParaRPr lang="en-US"/>
        </a:p>
      </dgm:t>
    </dgm:pt>
    <dgm:pt modelId="{98FA385B-62FC-48F1-819B-CAFB9829267B}" type="sibTrans" cxnId="{6109859C-8ED1-4A38-A513-F97F047B4512}">
      <dgm:prSet/>
      <dgm:spPr/>
      <dgm:t>
        <a:bodyPr/>
        <a:lstStyle/>
        <a:p>
          <a:endParaRPr lang="en-US"/>
        </a:p>
      </dgm:t>
    </dgm:pt>
    <dgm:pt modelId="{06D567EB-95D9-47C6-A10F-F6B5050D9C5D}">
      <dgm:prSet/>
      <dgm:spPr/>
      <dgm:t>
        <a:bodyPr/>
        <a:lstStyle/>
        <a:p>
          <a:r>
            <a:rPr lang="en-SG"/>
            <a:t>C/C++</a:t>
          </a:r>
          <a:endParaRPr lang="en-US"/>
        </a:p>
      </dgm:t>
    </dgm:pt>
    <dgm:pt modelId="{6E2F4740-DD80-47F4-8DE8-BD1A05D6523C}" type="parTrans" cxnId="{8D90CFB6-F350-45C2-AA78-BEF2B984E0A2}">
      <dgm:prSet/>
      <dgm:spPr/>
      <dgm:t>
        <a:bodyPr/>
        <a:lstStyle/>
        <a:p>
          <a:endParaRPr lang="en-US"/>
        </a:p>
      </dgm:t>
    </dgm:pt>
    <dgm:pt modelId="{1F7A2CE0-92F1-44AB-8E09-360C765B9583}" type="sibTrans" cxnId="{8D90CFB6-F350-45C2-AA78-BEF2B984E0A2}">
      <dgm:prSet/>
      <dgm:spPr/>
      <dgm:t>
        <a:bodyPr/>
        <a:lstStyle/>
        <a:p>
          <a:endParaRPr lang="en-US"/>
        </a:p>
      </dgm:t>
    </dgm:pt>
    <dgm:pt modelId="{1B0D27A2-2569-4553-96BA-96085D653685}">
      <dgm:prSet/>
      <dgm:spPr/>
      <dgm:t>
        <a:bodyPr/>
        <a:lstStyle/>
        <a:p>
          <a:r>
            <a:rPr lang="en-SG" dirty="0" err="1"/>
            <a:t>MicroPython</a:t>
          </a:r>
          <a:r>
            <a:rPr lang="en-SG" dirty="0"/>
            <a:t>/</a:t>
          </a:r>
          <a:r>
            <a:rPr lang="en-SG" dirty="0" err="1"/>
            <a:t>CircuitPython</a:t>
          </a:r>
          <a:endParaRPr lang="en-US" dirty="0"/>
        </a:p>
      </dgm:t>
    </dgm:pt>
    <dgm:pt modelId="{EEA0E675-CDEB-47BB-8C7D-EEBC08EAF91D}" type="parTrans" cxnId="{213884F3-BD05-4347-BC44-F00294990292}">
      <dgm:prSet/>
      <dgm:spPr/>
      <dgm:t>
        <a:bodyPr/>
        <a:lstStyle/>
        <a:p>
          <a:endParaRPr lang="en-US"/>
        </a:p>
      </dgm:t>
    </dgm:pt>
    <dgm:pt modelId="{382C74F4-F4BC-4A26-A10E-6CF911FA220F}" type="sibTrans" cxnId="{213884F3-BD05-4347-BC44-F00294990292}">
      <dgm:prSet/>
      <dgm:spPr/>
      <dgm:t>
        <a:bodyPr/>
        <a:lstStyle/>
        <a:p>
          <a:endParaRPr lang="en-US"/>
        </a:p>
      </dgm:t>
    </dgm:pt>
    <dgm:pt modelId="{085F4C4E-C57A-47FB-9C57-146DA0595E72}">
      <dgm:prSet/>
      <dgm:spPr/>
      <dgm:t>
        <a:bodyPr/>
        <a:lstStyle/>
        <a:p>
          <a:r>
            <a:rPr lang="en-SG"/>
            <a:t>JavaScript</a:t>
          </a:r>
          <a:endParaRPr lang="en-US"/>
        </a:p>
      </dgm:t>
    </dgm:pt>
    <dgm:pt modelId="{12ABFC94-3FE0-443A-8548-DE0C85EC0BC5}" type="parTrans" cxnId="{48EE8DE6-4B76-4E7B-87F3-9FEC818EBFD9}">
      <dgm:prSet/>
      <dgm:spPr/>
      <dgm:t>
        <a:bodyPr/>
        <a:lstStyle/>
        <a:p>
          <a:endParaRPr lang="en-US"/>
        </a:p>
      </dgm:t>
    </dgm:pt>
    <dgm:pt modelId="{96377ECA-8C60-48EC-A31A-7E8D2DC113A5}" type="sibTrans" cxnId="{48EE8DE6-4B76-4E7B-87F3-9FEC818EBFD9}">
      <dgm:prSet/>
      <dgm:spPr/>
      <dgm:t>
        <a:bodyPr/>
        <a:lstStyle/>
        <a:p>
          <a:endParaRPr lang="en-US"/>
        </a:p>
      </dgm:t>
    </dgm:pt>
    <dgm:pt modelId="{DA20FDC0-FC2C-4D64-8C48-89128B729AC5}">
      <dgm:prSet/>
      <dgm:spPr/>
      <dgm:t>
        <a:bodyPr/>
        <a:lstStyle/>
        <a:p>
          <a:r>
            <a:rPr lang="en-SG"/>
            <a:t>Basic</a:t>
          </a:r>
          <a:endParaRPr lang="en-US"/>
        </a:p>
      </dgm:t>
    </dgm:pt>
    <dgm:pt modelId="{BD5CBDE6-E07F-4A38-A05C-ECAE549BC082}" type="parTrans" cxnId="{30B1F40A-F1A1-4E07-99BA-19DC5E582798}">
      <dgm:prSet/>
      <dgm:spPr/>
      <dgm:t>
        <a:bodyPr/>
        <a:lstStyle/>
        <a:p>
          <a:endParaRPr lang="en-US"/>
        </a:p>
      </dgm:t>
    </dgm:pt>
    <dgm:pt modelId="{2E774AD2-330E-46B0-9639-EF6D2041752E}" type="sibTrans" cxnId="{30B1F40A-F1A1-4E07-99BA-19DC5E582798}">
      <dgm:prSet/>
      <dgm:spPr/>
      <dgm:t>
        <a:bodyPr/>
        <a:lstStyle/>
        <a:p>
          <a:endParaRPr lang="en-US"/>
        </a:p>
      </dgm:t>
    </dgm:pt>
    <dgm:pt modelId="{F0372052-5DB5-4D18-B493-A39643BD44E1}">
      <dgm:prSet/>
      <dgm:spPr/>
      <dgm:t>
        <a:bodyPr/>
        <a:lstStyle/>
        <a:p>
          <a:r>
            <a:rPr lang="en-SG"/>
            <a:t>Forth</a:t>
          </a:r>
          <a:endParaRPr lang="en-US"/>
        </a:p>
      </dgm:t>
    </dgm:pt>
    <dgm:pt modelId="{4C36791E-BBAF-4ADD-ACE8-DFB508EBDE5C}" type="parTrans" cxnId="{07284C0B-AB48-4DED-B44D-83A43CC88ADA}">
      <dgm:prSet/>
      <dgm:spPr/>
      <dgm:t>
        <a:bodyPr/>
        <a:lstStyle/>
        <a:p>
          <a:endParaRPr lang="en-US"/>
        </a:p>
      </dgm:t>
    </dgm:pt>
    <dgm:pt modelId="{9AD61869-06FE-4362-BEBC-208DA09FD34B}" type="sibTrans" cxnId="{07284C0B-AB48-4DED-B44D-83A43CC88ADA}">
      <dgm:prSet/>
      <dgm:spPr/>
      <dgm:t>
        <a:bodyPr/>
        <a:lstStyle/>
        <a:p>
          <a:endParaRPr lang="en-US"/>
        </a:p>
      </dgm:t>
    </dgm:pt>
    <dgm:pt modelId="{C772F157-6B41-4702-9488-864948ED761A}">
      <dgm:prSet/>
      <dgm:spPr/>
      <dgm:t>
        <a:bodyPr/>
        <a:lstStyle/>
        <a:p>
          <a:r>
            <a:rPr lang="en-SG"/>
            <a:t>Lua</a:t>
          </a:r>
          <a:endParaRPr lang="en-US"/>
        </a:p>
      </dgm:t>
    </dgm:pt>
    <dgm:pt modelId="{20D942C7-A09F-48C7-A402-8A10B11EEDEE}" type="parTrans" cxnId="{E2DE0E4E-7857-4400-91A7-55AD7764225A}">
      <dgm:prSet/>
      <dgm:spPr/>
      <dgm:t>
        <a:bodyPr/>
        <a:lstStyle/>
        <a:p>
          <a:endParaRPr lang="en-US"/>
        </a:p>
      </dgm:t>
    </dgm:pt>
    <dgm:pt modelId="{51A163C8-D2B6-4DA5-9B0B-B6E1F8BCF630}" type="sibTrans" cxnId="{E2DE0E4E-7857-4400-91A7-55AD7764225A}">
      <dgm:prSet/>
      <dgm:spPr/>
      <dgm:t>
        <a:bodyPr/>
        <a:lstStyle/>
        <a:p>
          <a:endParaRPr lang="en-US"/>
        </a:p>
      </dgm:t>
    </dgm:pt>
    <dgm:pt modelId="{9A910E6E-23F1-4008-8972-634F7F59F06C}" type="pres">
      <dgm:prSet presAssocID="{8B720B6E-366B-4961-AD91-F9DF6D8383A6}" presName="vert0" presStyleCnt="0">
        <dgm:presLayoutVars>
          <dgm:dir/>
          <dgm:animOne val="branch"/>
          <dgm:animLvl val="lvl"/>
        </dgm:presLayoutVars>
      </dgm:prSet>
      <dgm:spPr/>
    </dgm:pt>
    <dgm:pt modelId="{D5AA0951-ADAB-400F-A693-6206C5483788}" type="pres">
      <dgm:prSet presAssocID="{2A28D4AC-FB18-47EF-9AB7-D08F95369DBD}" presName="thickLine" presStyleLbl="alignNode1" presStyleIdx="0" presStyleCnt="7"/>
      <dgm:spPr/>
    </dgm:pt>
    <dgm:pt modelId="{D6CB7858-4A69-42D2-B72E-86B7EAE77F1E}" type="pres">
      <dgm:prSet presAssocID="{2A28D4AC-FB18-47EF-9AB7-D08F95369DBD}" presName="horz1" presStyleCnt="0"/>
      <dgm:spPr/>
    </dgm:pt>
    <dgm:pt modelId="{B7C723AF-86FE-44E7-9885-2A2E519D6781}" type="pres">
      <dgm:prSet presAssocID="{2A28D4AC-FB18-47EF-9AB7-D08F95369DBD}" presName="tx1" presStyleLbl="revTx" presStyleIdx="0" presStyleCnt="7"/>
      <dgm:spPr/>
    </dgm:pt>
    <dgm:pt modelId="{08281A8A-65B9-40B4-9036-262C8C6B3B28}" type="pres">
      <dgm:prSet presAssocID="{2A28D4AC-FB18-47EF-9AB7-D08F95369DBD}" presName="vert1" presStyleCnt="0"/>
      <dgm:spPr/>
    </dgm:pt>
    <dgm:pt modelId="{24A160E2-0A68-4D41-B3C9-9367DEDFCDD3}" type="pres">
      <dgm:prSet presAssocID="{06D567EB-95D9-47C6-A10F-F6B5050D9C5D}" presName="thickLine" presStyleLbl="alignNode1" presStyleIdx="1" presStyleCnt="7"/>
      <dgm:spPr/>
    </dgm:pt>
    <dgm:pt modelId="{4FC26314-260A-4B9A-9A2B-7A5F2844439F}" type="pres">
      <dgm:prSet presAssocID="{06D567EB-95D9-47C6-A10F-F6B5050D9C5D}" presName="horz1" presStyleCnt="0"/>
      <dgm:spPr/>
    </dgm:pt>
    <dgm:pt modelId="{5564EA05-E14D-4E26-86AA-FB5C9A1CDCD8}" type="pres">
      <dgm:prSet presAssocID="{06D567EB-95D9-47C6-A10F-F6B5050D9C5D}" presName="tx1" presStyleLbl="revTx" presStyleIdx="1" presStyleCnt="7"/>
      <dgm:spPr/>
    </dgm:pt>
    <dgm:pt modelId="{AE48E9AA-45BD-4DF7-8A83-A1BF3B8A2F7B}" type="pres">
      <dgm:prSet presAssocID="{06D567EB-95D9-47C6-A10F-F6B5050D9C5D}" presName="vert1" presStyleCnt="0"/>
      <dgm:spPr/>
    </dgm:pt>
    <dgm:pt modelId="{A9C25454-AB92-40B2-B23D-BC9496944952}" type="pres">
      <dgm:prSet presAssocID="{1B0D27A2-2569-4553-96BA-96085D653685}" presName="thickLine" presStyleLbl="alignNode1" presStyleIdx="2" presStyleCnt="7"/>
      <dgm:spPr/>
    </dgm:pt>
    <dgm:pt modelId="{0DA2647E-1427-4DCA-83FB-963B285622B6}" type="pres">
      <dgm:prSet presAssocID="{1B0D27A2-2569-4553-96BA-96085D653685}" presName="horz1" presStyleCnt="0"/>
      <dgm:spPr/>
    </dgm:pt>
    <dgm:pt modelId="{46EF6A16-DABB-430A-9A3E-A2C8854EA628}" type="pres">
      <dgm:prSet presAssocID="{1B0D27A2-2569-4553-96BA-96085D653685}" presName="tx1" presStyleLbl="revTx" presStyleIdx="2" presStyleCnt="7"/>
      <dgm:spPr/>
    </dgm:pt>
    <dgm:pt modelId="{62D04A6F-E040-4953-99E9-47787D719D76}" type="pres">
      <dgm:prSet presAssocID="{1B0D27A2-2569-4553-96BA-96085D653685}" presName="vert1" presStyleCnt="0"/>
      <dgm:spPr/>
    </dgm:pt>
    <dgm:pt modelId="{D695D9FD-DC9D-4488-BBB0-78A4BF0182C4}" type="pres">
      <dgm:prSet presAssocID="{085F4C4E-C57A-47FB-9C57-146DA0595E72}" presName="thickLine" presStyleLbl="alignNode1" presStyleIdx="3" presStyleCnt="7"/>
      <dgm:spPr/>
    </dgm:pt>
    <dgm:pt modelId="{19C85319-D864-49DA-81E8-8AC252E7F09E}" type="pres">
      <dgm:prSet presAssocID="{085F4C4E-C57A-47FB-9C57-146DA0595E72}" presName="horz1" presStyleCnt="0"/>
      <dgm:spPr/>
    </dgm:pt>
    <dgm:pt modelId="{4BEFC117-5072-41B3-BF29-B42F35E4BF5C}" type="pres">
      <dgm:prSet presAssocID="{085F4C4E-C57A-47FB-9C57-146DA0595E72}" presName="tx1" presStyleLbl="revTx" presStyleIdx="3" presStyleCnt="7"/>
      <dgm:spPr/>
    </dgm:pt>
    <dgm:pt modelId="{056351EA-6B32-49BF-AF7C-AD398640F7E5}" type="pres">
      <dgm:prSet presAssocID="{085F4C4E-C57A-47FB-9C57-146DA0595E72}" presName="vert1" presStyleCnt="0"/>
      <dgm:spPr/>
    </dgm:pt>
    <dgm:pt modelId="{59E895BD-48B0-47E2-B445-EA1E2CBDA4AC}" type="pres">
      <dgm:prSet presAssocID="{DA20FDC0-FC2C-4D64-8C48-89128B729AC5}" presName="thickLine" presStyleLbl="alignNode1" presStyleIdx="4" presStyleCnt="7"/>
      <dgm:spPr/>
    </dgm:pt>
    <dgm:pt modelId="{9760E081-C245-4D4A-8B52-A7884F30409B}" type="pres">
      <dgm:prSet presAssocID="{DA20FDC0-FC2C-4D64-8C48-89128B729AC5}" presName="horz1" presStyleCnt="0"/>
      <dgm:spPr/>
    </dgm:pt>
    <dgm:pt modelId="{7DA02FC0-4D2E-4579-A6E5-C20950D0E6CF}" type="pres">
      <dgm:prSet presAssocID="{DA20FDC0-FC2C-4D64-8C48-89128B729AC5}" presName="tx1" presStyleLbl="revTx" presStyleIdx="4" presStyleCnt="7"/>
      <dgm:spPr/>
    </dgm:pt>
    <dgm:pt modelId="{4281A5F4-B394-4A47-BF7F-78BA4077A923}" type="pres">
      <dgm:prSet presAssocID="{DA20FDC0-FC2C-4D64-8C48-89128B729AC5}" presName="vert1" presStyleCnt="0"/>
      <dgm:spPr/>
    </dgm:pt>
    <dgm:pt modelId="{9D56A206-6E7D-4BC8-B4B8-CACC4E666091}" type="pres">
      <dgm:prSet presAssocID="{F0372052-5DB5-4D18-B493-A39643BD44E1}" presName="thickLine" presStyleLbl="alignNode1" presStyleIdx="5" presStyleCnt="7"/>
      <dgm:spPr/>
    </dgm:pt>
    <dgm:pt modelId="{705D3980-7941-4856-8C97-295143970011}" type="pres">
      <dgm:prSet presAssocID="{F0372052-5DB5-4D18-B493-A39643BD44E1}" presName="horz1" presStyleCnt="0"/>
      <dgm:spPr/>
    </dgm:pt>
    <dgm:pt modelId="{D096A654-CFCB-4EEF-A303-22BD4E58D230}" type="pres">
      <dgm:prSet presAssocID="{F0372052-5DB5-4D18-B493-A39643BD44E1}" presName="tx1" presStyleLbl="revTx" presStyleIdx="5" presStyleCnt="7"/>
      <dgm:spPr/>
    </dgm:pt>
    <dgm:pt modelId="{A2E7E13F-FE8B-4553-9354-35F9845B986F}" type="pres">
      <dgm:prSet presAssocID="{F0372052-5DB5-4D18-B493-A39643BD44E1}" presName="vert1" presStyleCnt="0"/>
      <dgm:spPr/>
    </dgm:pt>
    <dgm:pt modelId="{6EAC8B73-C2E9-4C63-9837-089E4EBA8B7B}" type="pres">
      <dgm:prSet presAssocID="{C772F157-6B41-4702-9488-864948ED761A}" presName="thickLine" presStyleLbl="alignNode1" presStyleIdx="6" presStyleCnt="7"/>
      <dgm:spPr/>
    </dgm:pt>
    <dgm:pt modelId="{E880C14F-C891-4CB9-AEF3-73C09BF9796D}" type="pres">
      <dgm:prSet presAssocID="{C772F157-6B41-4702-9488-864948ED761A}" presName="horz1" presStyleCnt="0"/>
      <dgm:spPr/>
    </dgm:pt>
    <dgm:pt modelId="{05491979-BD2E-4988-ADB8-B76C048B508A}" type="pres">
      <dgm:prSet presAssocID="{C772F157-6B41-4702-9488-864948ED761A}" presName="tx1" presStyleLbl="revTx" presStyleIdx="6" presStyleCnt="7"/>
      <dgm:spPr/>
    </dgm:pt>
    <dgm:pt modelId="{2ACFDABD-0F10-4B19-AECF-10719D609FDC}" type="pres">
      <dgm:prSet presAssocID="{C772F157-6B41-4702-9488-864948ED761A}" presName="vert1" presStyleCnt="0"/>
      <dgm:spPr/>
    </dgm:pt>
  </dgm:ptLst>
  <dgm:cxnLst>
    <dgm:cxn modelId="{44AD3902-4541-4F73-AB17-6546AEC1490A}" type="presOf" srcId="{F0372052-5DB5-4D18-B493-A39643BD44E1}" destId="{D096A654-CFCB-4EEF-A303-22BD4E58D230}" srcOrd="0" destOrd="0" presId="urn:microsoft.com/office/officeart/2008/layout/LinedList"/>
    <dgm:cxn modelId="{30B1F40A-F1A1-4E07-99BA-19DC5E582798}" srcId="{8B720B6E-366B-4961-AD91-F9DF6D8383A6}" destId="{DA20FDC0-FC2C-4D64-8C48-89128B729AC5}" srcOrd="4" destOrd="0" parTransId="{BD5CBDE6-E07F-4A38-A05C-ECAE549BC082}" sibTransId="{2E774AD2-330E-46B0-9639-EF6D2041752E}"/>
    <dgm:cxn modelId="{07284C0B-AB48-4DED-B44D-83A43CC88ADA}" srcId="{8B720B6E-366B-4961-AD91-F9DF6D8383A6}" destId="{F0372052-5DB5-4D18-B493-A39643BD44E1}" srcOrd="5" destOrd="0" parTransId="{4C36791E-BBAF-4ADD-ACE8-DFB508EBDE5C}" sibTransId="{9AD61869-06FE-4362-BEBC-208DA09FD34B}"/>
    <dgm:cxn modelId="{DCB9DF0D-7B96-4A58-B68F-1D31B6782B0E}" type="presOf" srcId="{1B0D27A2-2569-4553-96BA-96085D653685}" destId="{46EF6A16-DABB-430A-9A3E-A2C8854EA628}" srcOrd="0" destOrd="0" presId="urn:microsoft.com/office/officeart/2008/layout/LinedList"/>
    <dgm:cxn modelId="{3E2E6417-36B5-4FB8-998D-E9EF1CBF3273}" type="presOf" srcId="{8B720B6E-366B-4961-AD91-F9DF6D8383A6}" destId="{9A910E6E-23F1-4008-8972-634F7F59F06C}" srcOrd="0" destOrd="0" presId="urn:microsoft.com/office/officeart/2008/layout/LinedList"/>
    <dgm:cxn modelId="{F3272E22-AD21-4970-A18B-6EA1CCB0181D}" type="presOf" srcId="{085F4C4E-C57A-47FB-9C57-146DA0595E72}" destId="{4BEFC117-5072-41B3-BF29-B42F35E4BF5C}" srcOrd="0" destOrd="0" presId="urn:microsoft.com/office/officeart/2008/layout/LinedList"/>
    <dgm:cxn modelId="{9183A95F-48D9-45FA-AEC2-80BF96B94F75}" type="presOf" srcId="{2A28D4AC-FB18-47EF-9AB7-D08F95369DBD}" destId="{B7C723AF-86FE-44E7-9885-2A2E519D6781}" srcOrd="0" destOrd="0" presId="urn:microsoft.com/office/officeart/2008/layout/LinedList"/>
    <dgm:cxn modelId="{99217966-C13E-413D-8612-FFF7440C2690}" type="presOf" srcId="{DA20FDC0-FC2C-4D64-8C48-89128B729AC5}" destId="{7DA02FC0-4D2E-4579-A6E5-C20950D0E6CF}" srcOrd="0" destOrd="0" presId="urn:microsoft.com/office/officeart/2008/layout/LinedList"/>
    <dgm:cxn modelId="{65C62248-0ED2-4952-9684-FBE59F1A873F}" type="presOf" srcId="{06D567EB-95D9-47C6-A10F-F6B5050D9C5D}" destId="{5564EA05-E14D-4E26-86AA-FB5C9A1CDCD8}" srcOrd="0" destOrd="0" presId="urn:microsoft.com/office/officeart/2008/layout/LinedList"/>
    <dgm:cxn modelId="{E2DE0E4E-7857-4400-91A7-55AD7764225A}" srcId="{8B720B6E-366B-4961-AD91-F9DF6D8383A6}" destId="{C772F157-6B41-4702-9488-864948ED761A}" srcOrd="6" destOrd="0" parTransId="{20D942C7-A09F-48C7-A402-8A10B11EEDEE}" sibTransId="{51A163C8-D2B6-4DA5-9B0B-B6E1F8BCF630}"/>
    <dgm:cxn modelId="{0EB3D951-D009-4650-983E-D4D1E588D9E2}" type="presOf" srcId="{C772F157-6B41-4702-9488-864948ED761A}" destId="{05491979-BD2E-4988-ADB8-B76C048B508A}" srcOrd="0" destOrd="0" presId="urn:microsoft.com/office/officeart/2008/layout/LinedList"/>
    <dgm:cxn modelId="{6109859C-8ED1-4A38-A513-F97F047B4512}" srcId="{8B720B6E-366B-4961-AD91-F9DF6D8383A6}" destId="{2A28D4AC-FB18-47EF-9AB7-D08F95369DBD}" srcOrd="0" destOrd="0" parTransId="{CCE623FF-DB87-44F8-ACAE-CF776676F93F}" sibTransId="{98FA385B-62FC-48F1-819B-CAFB9829267B}"/>
    <dgm:cxn modelId="{8D90CFB6-F350-45C2-AA78-BEF2B984E0A2}" srcId="{8B720B6E-366B-4961-AD91-F9DF6D8383A6}" destId="{06D567EB-95D9-47C6-A10F-F6B5050D9C5D}" srcOrd="1" destOrd="0" parTransId="{6E2F4740-DD80-47F4-8DE8-BD1A05D6523C}" sibTransId="{1F7A2CE0-92F1-44AB-8E09-360C765B9583}"/>
    <dgm:cxn modelId="{48EE8DE6-4B76-4E7B-87F3-9FEC818EBFD9}" srcId="{8B720B6E-366B-4961-AD91-F9DF6D8383A6}" destId="{085F4C4E-C57A-47FB-9C57-146DA0595E72}" srcOrd="3" destOrd="0" parTransId="{12ABFC94-3FE0-443A-8548-DE0C85EC0BC5}" sibTransId="{96377ECA-8C60-48EC-A31A-7E8D2DC113A5}"/>
    <dgm:cxn modelId="{213884F3-BD05-4347-BC44-F00294990292}" srcId="{8B720B6E-366B-4961-AD91-F9DF6D8383A6}" destId="{1B0D27A2-2569-4553-96BA-96085D653685}" srcOrd="2" destOrd="0" parTransId="{EEA0E675-CDEB-47BB-8C7D-EEBC08EAF91D}" sibTransId="{382C74F4-F4BC-4A26-A10E-6CF911FA220F}"/>
    <dgm:cxn modelId="{E03E9ED2-6BC1-4EBD-8062-BA34667F0288}" type="presParOf" srcId="{9A910E6E-23F1-4008-8972-634F7F59F06C}" destId="{D5AA0951-ADAB-400F-A693-6206C5483788}" srcOrd="0" destOrd="0" presId="urn:microsoft.com/office/officeart/2008/layout/LinedList"/>
    <dgm:cxn modelId="{C2765D1C-1CE3-4E97-A368-2D52C57DED69}" type="presParOf" srcId="{9A910E6E-23F1-4008-8972-634F7F59F06C}" destId="{D6CB7858-4A69-42D2-B72E-86B7EAE77F1E}" srcOrd="1" destOrd="0" presId="urn:microsoft.com/office/officeart/2008/layout/LinedList"/>
    <dgm:cxn modelId="{293A8F19-E4FF-4DF2-A347-585325654D86}" type="presParOf" srcId="{D6CB7858-4A69-42D2-B72E-86B7EAE77F1E}" destId="{B7C723AF-86FE-44E7-9885-2A2E519D6781}" srcOrd="0" destOrd="0" presId="urn:microsoft.com/office/officeart/2008/layout/LinedList"/>
    <dgm:cxn modelId="{83B5E7A1-6A94-4F3B-BF3D-87977200D90F}" type="presParOf" srcId="{D6CB7858-4A69-42D2-B72E-86B7EAE77F1E}" destId="{08281A8A-65B9-40B4-9036-262C8C6B3B28}" srcOrd="1" destOrd="0" presId="urn:microsoft.com/office/officeart/2008/layout/LinedList"/>
    <dgm:cxn modelId="{CFA4A0E6-E19A-4247-A36B-ABC49FBA991A}" type="presParOf" srcId="{9A910E6E-23F1-4008-8972-634F7F59F06C}" destId="{24A160E2-0A68-4D41-B3C9-9367DEDFCDD3}" srcOrd="2" destOrd="0" presId="urn:microsoft.com/office/officeart/2008/layout/LinedList"/>
    <dgm:cxn modelId="{499339D2-E4C8-4183-BFA2-08170616EF2E}" type="presParOf" srcId="{9A910E6E-23F1-4008-8972-634F7F59F06C}" destId="{4FC26314-260A-4B9A-9A2B-7A5F2844439F}" srcOrd="3" destOrd="0" presId="urn:microsoft.com/office/officeart/2008/layout/LinedList"/>
    <dgm:cxn modelId="{479A92DF-88DE-4F4C-890D-FA67108BF34F}" type="presParOf" srcId="{4FC26314-260A-4B9A-9A2B-7A5F2844439F}" destId="{5564EA05-E14D-4E26-86AA-FB5C9A1CDCD8}" srcOrd="0" destOrd="0" presId="urn:microsoft.com/office/officeart/2008/layout/LinedList"/>
    <dgm:cxn modelId="{30A2F7C7-E24E-421F-9767-ABCD0AA23C3F}" type="presParOf" srcId="{4FC26314-260A-4B9A-9A2B-7A5F2844439F}" destId="{AE48E9AA-45BD-4DF7-8A83-A1BF3B8A2F7B}" srcOrd="1" destOrd="0" presId="urn:microsoft.com/office/officeart/2008/layout/LinedList"/>
    <dgm:cxn modelId="{EBCC03AC-509A-4E67-A311-A2285F735E8D}" type="presParOf" srcId="{9A910E6E-23F1-4008-8972-634F7F59F06C}" destId="{A9C25454-AB92-40B2-B23D-BC9496944952}" srcOrd="4" destOrd="0" presId="urn:microsoft.com/office/officeart/2008/layout/LinedList"/>
    <dgm:cxn modelId="{851288F8-F607-4B45-9D6E-9DE138C1750B}" type="presParOf" srcId="{9A910E6E-23F1-4008-8972-634F7F59F06C}" destId="{0DA2647E-1427-4DCA-83FB-963B285622B6}" srcOrd="5" destOrd="0" presId="urn:microsoft.com/office/officeart/2008/layout/LinedList"/>
    <dgm:cxn modelId="{084F3464-0054-4D83-8000-D21F17E9F8C8}" type="presParOf" srcId="{0DA2647E-1427-4DCA-83FB-963B285622B6}" destId="{46EF6A16-DABB-430A-9A3E-A2C8854EA628}" srcOrd="0" destOrd="0" presId="urn:microsoft.com/office/officeart/2008/layout/LinedList"/>
    <dgm:cxn modelId="{8832CAB6-F7B4-4138-BD65-0231DBD3F2C2}" type="presParOf" srcId="{0DA2647E-1427-4DCA-83FB-963B285622B6}" destId="{62D04A6F-E040-4953-99E9-47787D719D76}" srcOrd="1" destOrd="0" presId="urn:microsoft.com/office/officeart/2008/layout/LinedList"/>
    <dgm:cxn modelId="{FF2C097D-1FE1-42D2-8B6C-5E0CC4B98219}" type="presParOf" srcId="{9A910E6E-23F1-4008-8972-634F7F59F06C}" destId="{D695D9FD-DC9D-4488-BBB0-78A4BF0182C4}" srcOrd="6" destOrd="0" presId="urn:microsoft.com/office/officeart/2008/layout/LinedList"/>
    <dgm:cxn modelId="{46F84DDE-352F-46AA-8FF2-68B13DA69266}" type="presParOf" srcId="{9A910E6E-23F1-4008-8972-634F7F59F06C}" destId="{19C85319-D864-49DA-81E8-8AC252E7F09E}" srcOrd="7" destOrd="0" presId="urn:microsoft.com/office/officeart/2008/layout/LinedList"/>
    <dgm:cxn modelId="{E4A7E43E-6BD5-4A3F-817E-2EDF3A5398CC}" type="presParOf" srcId="{19C85319-D864-49DA-81E8-8AC252E7F09E}" destId="{4BEFC117-5072-41B3-BF29-B42F35E4BF5C}" srcOrd="0" destOrd="0" presId="urn:microsoft.com/office/officeart/2008/layout/LinedList"/>
    <dgm:cxn modelId="{36A0EB1B-7367-4CCC-9224-AD72FBCE51B0}" type="presParOf" srcId="{19C85319-D864-49DA-81E8-8AC252E7F09E}" destId="{056351EA-6B32-49BF-AF7C-AD398640F7E5}" srcOrd="1" destOrd="0" presId="urn:microsoft.com/office/officeart/2008/layout/LinedList"/>
    <dgm:cxn modelId="{0EC88F19-1160-42FA-8424-7BED4C1C92A6}" type="presParOf" srcId="{9A910E6E-23F1-4008-8972-634F7F59F06C}" destId="{59E895BD-48B0-47E2-B445-EA1E2CBDA4AC}" srcOrd="8" destOrd="0" presId="urn:microsoft.com/office/officeart/2008/layout/LinedList"/>
    <dgm:cxn modelId="{61ED20C6-CA09-409B-BECD-7399BCCF6667}" type="presParOf" srcId="{9A910E6E-23F1-4008-8972-634F7F59F06C}" destId="{9760E081-C245-4D4A-8B52-A7884F30409B}" srcOrd="9" destOrd="0" presId="urn:microsoft.com/office/officeart/2008/layout/LinedList"/>
    <dgm:cxn modelId="{068D3A6B-9111-4566-8D8A-04DDA5E7A4D2}" type="presParOf" srcId="{9760E081-C245-4D4A-8B52-A7884F30409B}" destId="{7DA02FC0-4D2E-4579-A6E5-C20950D0E6CF}" srcOrd="0" destOrd="0" presId="urn:microsoft.com/office/officeart/2008/layout/LinedList"/>
    <dgm:cxn modelId="{23F965ED-D3EC-423C-916D-431C41643BA2}" type="presParOf" srcId="{9760E081-C245-4D4A-8B52-A7884F30409B}" destId="{4281A5F4-B394-4A47-BF7F-78BA4077A923}" srcOrd="1" destOrd="0" presId="urn:microsoft.com/office/officeart/2008/layout/LinedList"/>
    <dgm:cxn modelId="{36F5587E-D16B-4766-AB7B-B2DF466FEE09}" type="presParOf" srcId="{9A910E6E-23F1-4008-8972-634F7F59F06C}" destId="{9D56A206-6E7D-4BC8-B4B8-CACC4E666091}" srcOrd="10" destOrd="0" presId="urn:microsoft.com/office/officeart/2008/layout/LinedList"/>
    <dgm:cxn modelId="{644D109F-1947-4E2B-A127-C850CDDDFAC9}" type="presParOf" srcId="{9A910E6E-23F1-4008-8972-634F7F59F06C}" destId="{705D3980-7941-4856-8C97-295143970011}" srcOrd="11" destOrd="0" presId="urn:microsoft.com/office/officeart/2008/layout/LinedList"/>
    <dgm:cxn modelId="{0795F5F9-39B1-4E73-B922-099CCB168F79}" type="presParOf" srcId="{705D3980-7941-4856-8C97-295143970011}" destId="{D096A654-CFCB-4EEF-A303-22BD4E58D230}" srcOrd="0" destOrd="0" presId="urn:microsoft.com/office/officeart/2008/layout/LinedList"/>
    <dgm:cxn modelId="{49433EE0-DA46-4B5F-AEE2-80AFD3568B87}" type="presParOf" srcId="{705D3980-7941-4856-8C97-295143970011}" destId="{A2E7E13F-FE8B-4553-9354-35F9845B986F}" srcOrd="1" destOrd="0" presId="urn:microsoft.com/office/officeart/2008/layout/LinedList"/>
    <dgm:cxn modelId="{26941C32-4551-4240-934B-65702ACEFEAA}" type="presParOf" srcId="{9A910E6E-23F1-4008-8972-634F7F59F06C}" destId="{6EAC8B73-C2E9-4C63-9837-089E4EBA8B7B}" srcOrd="12" destOrd="0" presId="urn:microsoft.com/office/officeart/2008/layout/LinedList"/>
    <dgm:cxn modelId="{1DB8617F-AE57-447E-A206-64EBCAD1A47C}" type="presParOf" srcId="{9A910E6E-23F1-4008-8972-634F7F59F06C}" destId="{E880C14F-C891-4CB9-AEF3-73C09BF9796D}" srcOrd="13" destOrd="0" presId="urn:microsoft.com/office/officeart/2008/layout/LinedList"/>
    <dgm:cxn modelId="{6A726165-FAAF-4A49-BF38-83CCB131412B}" type="presParOf" srcId="{E880C14F-C891-4CB9-AEF3-73C09BF9796D}" destId="{05491979-BD2E-4988-ADB8-B76C048B508A}" srcOrd="0" destOrd="0" presId="urn:microsoft.com/office/officeart/2008/layout/LinedList"/>
    <dgm:cxn modelId="{9861633D-9E3B-4822-8179-34D230D52275}" type="presParOf" srcId="{E880C14F-C891-4CB9-AEF3-73C09BF9796D}" destId="{2ACFDABD-0F10-4B19-AECF-10719D609FD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147E8F-5FB3-400B-A043-416DE940BEBD}">
      <dsp:nvSpPr>
        <dsp:cNvPr id="0" name=""/>
        <dsp:cNvSpPr/>
      </dsp:nvSpPr>
      <dsp:spPr>
        <a:xfrm>
          <a:off x="0" y="16349"/>
          <a:ext cx="5715000" cy="585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SG" sz="2500" kern="1200"/>
            <a:t>Microprocessors</a:t>
          </a:r>
          <a:endParaRPr lang="en-US" sz="2500" kern="1200"/>
        </a:p>
      </dsp:txBody>
      <dsp:txXfrm>
        <a:off x="28557" y="44906"/>
        <a:ext cx="5657886" cy="527886"/>
      </dsp:txXfrm>
    </dsp:sp>
    <dsp:sp modelId="{BA5759BF-3F61-4984-A44C-501214CFB31C}">
      <dsp:nvSpPr>
        <dsp:cNvPr id="0" name=""/>
        <dsp:cNvSpPr/>
      </dsp:nvSpPr>
      <dsp:spPr>
        <a:xfrm>
          <a:off x="0" y="601350"/>
          <a:ext cx="5715000"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45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SG" sz="2000" kern="1200"/>
            <a:t>general purpose processors</a:t>
          </a:r>
          <a:endParaRPr lang="en-US" sz="2000" kern="1200"/>
        </a:p>
        <a:p>
          <a:pPr marL="228600" lvl="1" indent="-228600" algn="l" defTabSz="889000">
            <a:lnSpc>
              <a:spcPct val="90000"/>
            </a:lnSpc>
            <a:spcBef>
              <a:spcPct val="0"/>
            </a:spcBef>
            <a:spcAft>
              <a:spcPct val="20000"/>
            </a:spcAft>
            <a:buChar char="•"/>
          </a:pPr>
          <a:r>
            <a:rPr lang="en-SG" sz="2000" kern="1200"/>
            <a:t>require external hardware (memory, peripherals)</a:t>
          </a:r>
          <a:endParaRPr lang="en-US" sz="2000" kern="1200"/>
        </a:p>
      </dsp:txBody>
      <dsp:txXfrm>
        <a:off x="0" y="601350"/>
        <a:ext cx="5715000" cy="931500"/>
      </dsp:txXfrm>
    </dsp:sp>
    <dsp:sp modelId="{959BDA2B-D727-41CC-99CE-AB2BCCA0D804}">
      <dsp:nvSpPr>
        <dsp:cNvPr id="0" name=""/>
        <dsp:cNvSpPr/>
      </dsp:nvSpPr>
      <dsp:spPr>
        <a:xfrm>
          <a:off x="0" y="1532850"/>
          <a:ext cx="5715000" cy="585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SG" sz="2500" kern="1200"/>
            <a:t>Microcontrollers</a:t>
          </a:r>
          <a:endParaRPr lang="en-US" sz="2500" kern="1200"/>
        </a:p>
      </dsp:txBody>
      <dsp:txXfrm>
        <a:off x="28557" y="1561407"/>
        <a:ext cx="5657886" cy="527886"/>
      </dsp:txXfrm>
    </dsp:sp>
    <dsp:sp modelId="{C204FFC6-D847-4896-AE97-FC341471240B}">
      <dsp:nvSpPr>
        <dsp:cNvPr id="0" name=""/>
        <dsp:cNvSpPr/>
      </dsp:nvSpPr>
      <dsp:spPr>
        <a:xfrm>
          <a:off x="0" y="2117850"/>
          <a:ext cx="5715000" cy="124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45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SG" sz="2000" kern="1200"/>
            <a:t>integrate CPU, memory, peripherals within a single chip</a:t>
          </a:r>
          <a:endParaRPr lang="en-US" sz="2000" kern="1200"/>
        </a:p>
        <a:p>
          <a:pPr marL="228600" lvl="1" indent="-228600" algn="l" defTabSz="889000">
            <a:lnSpc>
              <a:spcPct val="90000"/>
            </a:lnSpc>
            <a:spcBef>
              <a:spcPct val="0"/>
            </a:spcBef>
            <a:spcAft>
              <a:spcPct val="20000"/>
            </a:spcAft>
            <a:buChar char="•"/>
          </a:pPr>
          <a:r>
            <a:rPr lang="en-SG" sz="2000" kern="1200"/>
            <a:t>limited memory</a:t>
          </a:r>
          <a:endParaRPr lang="en-US" sz="2000" kern="1200"/>
        </a:p>
        <a:p>
          <a:pPr marL="228600" lvl="1" indent="-228600" algn="l" defTabSz="889000">
            <a:lnSpc>
              <a:spcPct val="90000"/>
            </a:lnSpc>
            <a:spcBef>
              <a:spcPct val="0"/>
            </a:spcBef>
            <a:spcAft>
              <a:spcPct val="20000"/>
            </a:spcAft>
            <a:buChar char="•"/>
          </a:pPr>
          <a:r>
            <a:rPr lang="en-SG" sz="2000" kern="1200"/>
            <a:t>CPU not as fast as microprocessors</a:t>
          </a:r>
          <a:endParaRPr lang="en-US" sz="2000" kern="1200"/>
        </a:p>
      </dsp:txBody>
      <dsp:txXfrm>
        <a:off x="0" y="2117850"/>
        <a:ext cx="5715000" cy="1242000"/>
      </dsp:txXfrm>
    </dsp:sp>
    <dsp:sp modelId="{498A3893-DB41-4D41-9310-AB316E0AC4B5}">
      <dsp:nvSpPr>
        <dsp:cNvPr id="0" name=""/>
        <dsp:cNvSpPr/>
      </dsp:nvSpPr>
      <dsp:spPr>
        <a:xfrm>
          <a:off x="0" y="3359850"/>
          <a:ext cx="5715000" cy="585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SG" sz="2500" kern="1200"/>
            <a:t>System on a Chip (SoC)</a:t>
          </a:r>
          <a:endParaRPr lang="en-US" sz="2500" kern="1200"/>
        </a:p>
      </dsp:txBody>
      <dsp:txXfrm>
        <a:off x="28557" y="3388407"/>
        <a:ext cx="5657886" cy="527886"/>
      </dsp:txXfrm>
    </dsp:sp>
    <dsp:sp modelId="{6BD1BD21-6503-48CD-9F76-C4D05FA37C71}">
      <dsp:nvSpPr>
        <dsp:cNvPr id="0" name=""/>
        <dsp:cNvSpPr/>
      </dsp:nvSpPr>
      <dsp:spPr>
        <a:xfrm>
          <a:off x="0" y="3944850"/>
          <a:ext cx="5715000"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45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SG" sz="2000" kern="1200"/>
            <a:t>Single IC that combines most or all components of a computer on a single chip</a:t>
          </a:r>
          <a:endParaRPr lang="en-US" sz="2000" kern="1200"/>
        </a:p>
        <a:p>
          <a:pPr marL="228600" lvl="1" indent="-228600" algn="l" defTabSz="889000">
            <a:lnSpc>
              <a:spcPct val="90000"/>
            </a:lnSpc>
            <a:spcBef>
              <a:spcPct val="0"/>
            </a:spcBef>
            <a:spcAft>
              <a:spcPct val="20000"/>
            </a:spcAft>
            <a:buChar char="•"/>
          </a:pPr>
          <a:r>
            <a:rPr lang="en-SG" sz="2000" kern="1200"/>
            <a:t>Includes CPU, GPU, memory, I/O ports, peripherals, wireless connectivity and display units</a:t>
          </a:r>
          <a:endParaRPr lang="en-US" sz="2000" kern="1200"/>
        </a:p>
      </dsp:txBody>
      <dsp:txXfrm>
        <a:off x="0" y="3944850"/>
        <a:ext cx="5715000" cy="1449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A054F4-F852-4D9B-8E88-6F3953DA24F4}">
      <dsp:nvSpPr>
        <dsp:cNvPr id="0" name=""/>
        <dsp:cNvSpPr/>
      </dsp:nvSpPr>
      <dsp:spPr>
        <a:xfrm>
          <a:off x="0" y="487"/>
          <a:ext cx="5715000"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SG" sz="2900" kern="1200"/>
            <a:t>Registers (within CPU)</a:t>
          </a:r>
          <a:endParaRPr lang="en-US" sz="2900" kern="1200"/>
        </a:p>
      </dsp:txBody>
      <dsp:txXfrm>
        <a:off x="33127" y="33614"/>
        <a:ext cx="5648746" cy="612346"/>
      </dsp:txXfrm>
    </dsp:sp>
    <dsp:sp modelId="{081FB2BA-862A-4F65-AC3D-D2829BE41609}">
      <dsp:nvSpPr>
        <dsp:cNvPr id="0" name=""/>
        <dsp:cNvSpPr/>
      </dsp:nvSpPr>
      <dsp:spPr>
        <a:xfrm>
          <a:off x="0" y="762607"/>
          <a:ext cx="5715000"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SG" sz="2900" kern="1200"/>
            <a:t>Non-volatile memory</a:t>
          </a:r>
          <a:endParaRPr lang="en-US" sz="2900" kern="1200"/>
        </a:p>
      </dsp:txBody>
      <dsp:txXfrm>
        <a:off x="33127" y="795734"/>
        <a:ext cx="5648746" cy="612346"/>
      </dsp:txXfrm>
    </dsp:sp>
    <dsp:sp modelId="{8729BB46-8181-4184-AEDD-A74953853DA6}">
      <dsp:nvSpPr>
        <dsp:cNvPr id="0" name=""/>
        <dsp:cNvSpPr/>
      </dsp:nvSpPr>
      <dsp:spPr>
        <a:xfrm>
          <a:off x="0" y="1441207"/>
          <a:ext cx="5715000" cy="1860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451"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SG" sz="2300" kern="1200"/>
            <a:t>PROM</a:t>
          </a:r>
          <a:endParaRPr lang="en-US" sz="2300" kern="1200"/>
        </a:p>
        <a:p>
          <a:pPr marL="228600" lvl="1" indent="-228600" algn="l" defTabSz="1022350">
            <a:lnSpc>
              <a:spcPct val="90000"/>
            </a:lnSpc>
            <a:spcBef>
              <a:spcPct val="0"/>
            </a:spcBef>
            <a:spcAft>
              <a:spcPct val="20000"/>
            </a:spcAft>
            <a:buChar char="•"/>
          </a:pPr>
          <a:r>
            <a:rPr lang="en-SG" sz="2300" kern="1200"/>
            <a:t>EPROM</a:t>
          </a:r>
          <a:endParaRPr lang="en-US" sz="2300" kern="1200"/>
        </a:p>
        <a:p>
          <a:pPr marL="228600" lvl="1" indent="-228600" algn="l" defTabSz="1022350">
            <a:lnSpc>
              <a:spcPct val="90000"/>
            </a:lnSpc>
            <a:spcBef>
              <a:spcPct val="0"/>
            </a:spcBef>
            <a:spcAft>
              <a:spcPct val="20000"/>
            </a:spcAft>
            <a:buChar char="•"/>
          </a:pPr>
          <a:r>
            <a:rPr lang="en-SG" sz="2300" kern="1200"/>
            <a:t>EEPROM</a:t>
          </a:r>
          <a:endParaRPr lang="en-US" sz="2300" kern="1200"/>
        </a:p>
        <a:p>
          <a:pPr marL="228600" lvl="1" indent="-228600" algn="l" defTabSz="1022350">
            <a:lnSpc>
              <a:spcPct val="90000"/>
            </a:lnSpc>
            <a:spcBef>
              <a:spcPct val="0"/>
            </a:spcBef>
            <a:spcAft>
              <a:spcPct val="20000"/>
            </a:spcAft>
            <a:buChar char="•"/>
          </a:pPr>
          <a:r>
            <a:rPr lang="en-SG" sz="2300" kern="1200"/>
            <a:t>Flash memory</a:t>
          </a:r>
          <a:endParaRPr lang="en-US" sz="2300" kern="1200"/>
        </a:p>
        <a:p>
          <a:pPr marL="228600" lvl="1" indent="-228600" algn="l" defTabSz="1022350">
            <a:lnSpc>
              <a:spcPct val="90000"/>
            </a:lnSpc>
            <a:spcBef>
              <a:spcPct val="0"/>
            </a:spcBef>
            <a:spcAft>
              <a:spcPct val="20000"/>
            </a:spcAft>
            <a:buChar char="•"/>
          </a:pPr>
          <a:r>
            <a:rPr lang="en-SG" sz="2300" kern="1200"/>
            <a:t>NVRAM</a:t>
          </a:r>
          <a:endParaRPr lang="en-US" sz="2300" kern="1200"/>
        </a:p>
      </dsp:txBody>
      <dsp:txXfrm>
        <a:off x="0" y="1441207"/>
        <a:ext cx="5715000" cy="1860930"/>
      </dsp:txXfrm>
    </dsp:sp>
    <dsp:sp modelId="{53261EB2-A468-49B9-813F-108E8828E5BB}">
      <dsp:nvSpPr>
        <dsp:cNvPr id="0" name=""/>
        <dsp:cNvSpPr/>
      </dsp:nvSpPr>
      <dsp:spPr>
        <a:xfrm>
          <a:off x="0" y="3302137"/>
          <a:ext cx="5715000"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SG" sz="2900" kern="1200"/>
            <a:t>Volatile memory</a:t>
          </a:r>
          <a:endParaRPr lang="en-US" sz="2900" kern="1200"/>
        </a:p>
      </dsp:txBody>
      <dsp:txXfrm>
        <a:off x="33127" y="3335264"/>
        <a:ext cx="5648746" cy="612346"/>
      </dsp:txXfrm>
    </dsp:sp>
    <dsp:sp modelId="{6B1E983F-04B8-4C7C-8C4D-17539218C14D}">
      <dsp:nvSpPr>
        <dsp:cNvPr id="0" name=""/>
        <dsp:cNvSpPr/>
      </dsp:nvSpPr>
      <dsp:spPr>
        <a:xfrm>
          <a:off x="0" y="3980737"/>
          <a:ext cx="5715000" cy="750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451"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SG" sz="2300" kern="1200"/>
            <a:t>SRAM</a:t>
          </a:r>
          <a:endParaRPr lang="en-US" sz="2300" kern="1200"/>
        </a:p>
        <a:p>
          <a:pPr marL="228600" lvl="1" indent="-228600" algn="l" defTabSz="1022350">
            <a:lnSpc>
              <a:spcPct val="90000"/>
            </a:lnSpc>
            <a:spcBef>
              <a:spcPct val="0"/>
            </a:spcBef>
            <a:spcAft>
              <a:spcPct val="20000"/>
            </a:spcAft>
            <a:buChar char="•"/>
          </a:pPr>
          <a:r>
            <a:rPr lang="en-SG" sz="2300" kern="1200"/>
            <a:t>DRAM</a:t>
          </a:r>
          <a:endParaRPr lang="en-US" sz="2300" kern="1200"/>
        </a:p>
      </dsp:txBody>
      <dsp:txXfrm>
        <a:off x="0" y="3980737"/>
        <a:ext cx="5715000" cy="750375"/>
      </dsp:txXfrm>
    </dsp:sp>
    <dsp:sp modelId="{12C2492B-CF0F-4EA4-ABED-D641E8A5DE43}">
      <dsp:nvSpPr>
        <dsp:cNvPr id="0" name=""/>
        <dsp:cNvSpPr/>
      </dsp:nvSpPr>
      <dsp:spPr>
        <a:xfrm>
          <a:off x="0" y="4731112"/>
          <a:ext cx="5715000" cy="678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SG" sz="2900" kern="1200"/>
            <a:t>Fuse (for configuration settings)</a:t>
          </a:r>
          <a:endParaRPr lang="en-US" sz="2900" kern="1200"/>
        </a:p>
      </dsp:txBody>
      <dsp:txXfrm>
        <a:off x="33127" y="4764239"/>
        <a:ext cx="5648746" cy="6123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C8BC7A-59E2-454D-BB1C-986624F95E33}">
      <dsp:nvSpPr>
        <dsp:cNvPr id="0" name=""/>
        <dsp:cNvSpPr/>
      </dsp:nvSpPr>
      <dsp:spPr>
        <a:xfrm>
          <a:off x="0" y="9419"/>
          <a:ext cx="5715000" cy="608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Input/Output ports</a:t>
          </a:r>
          <a:endParaRPr lang="en-US" sz="2600" kern="1200"/>
        </a:p>
      </dsp:txBody>
      <dsp:txXfrm>
        <a:off x="29700" y="39119"/>
        <a:ext cx="5655600" cy="549000"/>
      </dsp:txXfrm>
    </dsp:sp>
    <dsp:sp modelId="{541C5B95-50B4-4375-92A5-63D86287D2C5}">
      <dsp:nvSpPr>
        <dsp:cNvPr id="0" name=""/>
        <dsp:cNvSpPr/>
      </dsp:nvSpPr>
      <dsp:spPr>
        <a:xfrm>
          <a:off x="0" y="692699"/>
          <a:ext cx="5715000" cy="608400"/>
        </a:xfrm>
        <a:prstGeom prst="roundRect">
          <a:avLst/>
        </a:prstGeom>
        <a:solidFill>
          <a:schemeClr val="accent2">
            <a:hueOff val="-58173"/>
            <a:satOff val="-499"/>
            <a:lumOff val="-33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Analog-to-Digital converters</a:t>
          </a:r>
          <a:endParaRPr lang="en-US" sz="2600" kern="1200"/>
        </a:p>
      </dsp:txBody>
      <dsp:txXfrm>
        <a:off x="29700" y="722399"/>
        <a:ext cx="5655600" cy="549000"/>
      </dsp:txXfrm>
    </dsp:sp>
    <dsp:sp modelId="{70B38EDA-89B3-4E5B-B637-8A06AAB59625}">
      <dsp:nvSpPr>
        <dsp:cNvPr id="0" name=""/>
        <dsp:cNvSpPr/>
      </dsp:nvSpPr>
      <dsp:spPr>
        <a:xfrm>
          <a:off x="0" y="1375979"/>
          <a:ext cx="5715000" cy="608400"/>
        </a:xfrm>
        <a:prstGeom prst="roundRect">
          <a:avLst/>
        </a:prstGeom>
        <a:solidFill>
          <a:schemeClr val="accent2">
            <a:hueOff val="-116347"/>
            <a:satOff val="-997"/>
            <a:lumOff val="-66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Analog comparators</a:t>
          </a:r>
          <a:endParaRPr lang="en-US" sz="2600" kern="1200"/>
        </a:p>
      </dsp:txBody>
      <dsp:txXfrm>
        <a:off x="29700" y="1405679"/>
        <a:ext cx="5655600" cy="549000"/>
      </dsp:txXfrm>
    </dsp:sp>
    <dsp:sp modelId="{D8859222-D000-4AA8-AF55-062FE809758A}">
      <dsp:nvSpPr>
        <dsp:cNvPr id="0" name=""/>
        <dsp:cNvSpPr/>
      </dsp:nvSpPr>
      <dsp:spPr>
        <a:xfrm>
          <a:off x="0" y="2059259"/>
          <a:ext cx="5715000" cy="608400"/>
        </a:xfrm>
        <a:prstGeom prst="roundRect">
          <a:avLst/>
        </a:prstGeom>
        <a:solidFill>
          <a:schemeClr val="accent2">
            <a:hueOff val="-174520"/>
            <a:satOff val="-1496"/>
            <a:lumOff val="-991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Digital-to-analog converters</a:t>
          </a:r>
          <a:endParaRPr lang="en-US" sz="2600" kern="1200"/>
        </a:p>
      </dsp:txBody>
      <dsp:txXfrm>
        <a:off x="29700" y="2088959"/>
        <a:ext cx="5655600" cy="549000"/>
      </dsp:txXfrm>
    </dsp:sp>
    <dsp:sp modelId="{338B4D6E-FE82-4D88-9543-594457E2F247}">
      <dsp:nvSpPr>
        <dsp:cNvPr id="0" name=""/>
        <dsp:cNvSpPr/>
      </dsp:nvSpPr>
      <dsp:spPr>
        <a:xfrm>
          <a:off x="0" y="2742539"/>
          <a:ext cx="5715000" cy="608400"/>
        </a:xfrm>
        <a:prstGeom prst="roundRect">
          <a:avLst/>
        </a:prstGeom>
        <a:solidFill>
          <a:schemeClr val="accent2">
            <a:hueOff val="-232693"/>
            <a:satOff val="-1994"/>
            <a:lumOff val="-132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Timer/Counter units</a:t>
          </a:r>
          <a:endParaRPr lang="en-US" sz="2600" kern="1200"/>
        </a:p>
      </dsp:txBody>
      <dsp:txXfrm>
        <a:off x="29700" y="2772239"/>
        <a:ext cx="5655600" cy="549000"/>
      </dsp:txXfrm>
    </dsp:sp>
    <dsp:sp modelId="{94DABC68-350A-4337-8A4E-C74D2CC48F47}">
      <dsp:nvSpPr>
        <dsp:cNvPr id="0" name=""/>
        <dsp:cNvSpPr/>
      </dsp:nvSpPr>
      <dsp:spPr>
        <a:xfrm>
          <a:off x="0" y="3425820"/>
          <a:ext cx="5715000" cy="608400"/>
        </a:xfrm>
        <a:prstGeom prst="roundRect">
          <a:avLst/>
        </a:prstGeom>
        <a:solidFill>
          <a:schemeClr val="accent2">
            <a:hueOff val="-290866"/>
            <a:satOff val="-2493"/>
            <a:lumOff val="-165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PWM waveform generators</a:t>
          </a:r>
          <a:endParaRPr lang="en-US" sz="2600" kern="1200"/>
        </a:p>
      </dsp:txBody>
      <dsp:txXfrm>
        <a:off x="29700" y="3455520"/>
        <a:ext cx="5655600" cy="549000"/>
      </dsp:txXfrm>
    </dsp:sp>
    <dsp:sp modelId="{71A50528-DA0F-46C2-BA96-1703ED76AAA8}">
      <dsp:nvSpPr>
        <dsp:cNvPr id="0" name=""/>
        <dsp:cNvSpPr/>
      </dsp:nvSpPr>
      <dsp:spPr>
        <a:xfrm>
          <a:off x="0" y="4109100"/>
          <a:ext cx="5715000" cy="608400"/>
        </a:xfrm>
        <a:prstGeom prst="roundRect">
          <a:avLst/>
        </a:prstGeom>
        <a:solidFill>
          <a:schemeClr val="accent2">
            <a:hueOff val="-349040"/>
            <a:satOff val="-2991"/>
            <a:lumOff val="-198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UART (Serial Communications)</a:t>
          </a:r>
          <a:endParaRPr lang="en-US" sz="2600" kern="1200"/>
        </a:p>
      </dsp:txBody>
      <dsp:txXfrm>
        <a:off x="29700" y="4138800"/>
        <a:ext cx="5655600" cy="549000"/>
      </dsp:txXfrm>
    </dsp:sp>
    <dsp:sp modelId="{673A55AF-9875-45AC-83F7-951E05FEF1DC}">
      <dsp:nvSpPr>
        <dsp:cNvPr id="0" name=""/>
        <dsp:cNvSpPr/>
      </dsp:nvSpPr>
      <dsp:spPr>
        <a:xfrm>
          <a:off x="0" y="4792380"/>
          <a:ext cx="5715000" cy="608400"/>
        </a:xfrm>
        <a:prstGeom prst="roundRect">
          <a:avLst/>
        </a:prstGeom>
        <a:solidFill>
          <a:schemeClr val="accent2">
            <a:hueOff val="-407213"/>
            <a:satOff val="-3490"/>
            <a:lumOff val="-231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SG" sz="2600" kern="1200"/>
            <a:t>USB interface</a:t>
          </a:r>
          <a:endParaRPr lang="en-US" sz="2600" kern="1200"/>
        </a:p>
      </dsp:txBody>
      <dsp:txXfrm>
        <a:off x="29700" y="4822080"/>
        <a:ext cx="5655600" cy="549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AA0951-ADAB-400F-A693-6206C5483788}">
      <dsp:nvSpPr>
        <dsp:cNvPr id="0" name=""/>
        <dsp:cNvSpPr/>
      </dsp:nvSpPr>
      <dsp:spPr>
        <a:xfrm>
          <a:off x="0" y="660"/>
          <a:ext cx="5715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C723AF-86FE-44E7-9885-2A2E519D6781}">
      <dsp:nvSpPr>
        <dsp:cNvPr id="0" name=""/>
        <dsp:cNvSpPr/>
      </dsp:nvSpPr>
      <dsp:spPr>
        <a:xfrm>
          <a:off x="0" y="660"/>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a:t>Assembly language</a:t>
          </a:r>
          <a:endParaRPr lang="en-US" sz="3500" kern="1200"/>
        </a:p>
      </dsp:txBody>
      <dsp:txXfrm>
        <a:off x="0" y="660"/>
        <a:ext cx="5715000" cy="772697"/>
      </dsp:txXfrm>
    </dsp:sp>
    <dsp:sp modelId="{24A160E2-0A68-4D41-B3C9-9367DEDFCDD3}">
      <dsp:nvSpPr>
        <dsp:cNvPr id="0" name=""/>
        <dsp:cNvSpPr/>
      </dsp:nvSpPr>
      <dsp:spPr>
        <a:xfrm>
          <a:off x="0" y="773357"/>
          <a:ext cx="5715000" cy="0"/>
        </a:xfrm>
        <a:prstGeom prst="line">
          <a:avLst/>
        </a:prstGeom>
        <a:solidFill>
          <a:schemeClr val="accent2">
            <a:hueOff val="-67869"/>
            <a:satOff val="-582"/>
            <a:lumOff val="-3856"/>
            <a:alphaOff val="0"/>
          </a:schemeClr>
        </a:solidFill>
        <a:ln w="12700" cap="flat" cmpd="sng" algn="ctr">
          <a:solidFill>
            <a:schemeClr val="accent2">
              <a:hueOff val="-67869"/>
              <a:satOff val="-582"/>
              <a:lumOff val="-385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4EA05-E14D-4E26-86AA-FB5C9A1CDCD8}">
      <dsp:nvSpPr>
        <dsp:cNvPr id="0" name=""/>
        <dsp:cNvSpPr/>
      </dsp:nvSpPr>
      <dsp:spPr>
        <a:xfrm>
          <a:off x="0" y="773357"/>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a:t>C/C++</a:t>
          </a:r>
          <a:endParaRPr lang="en-US" sz="3500" kern="1200"/>
        </a:p>
      </dsp:txBody>
      <dsp:txXfrm>
        <a:off x="0" y="773357"/>
        <a:ext cx="5715000" cy="772697"/>
      </dsp:txXfrm>
    </dsp:sp>
    <dsp:sp modelId="{A9C25454-AB92-40B2-B23D-BC9496944952}">
      <dsp:nvSpPr>
        <dsp:cNvPr id="0" name=""/>
        <dsp:cNvSpPr/>
      </dsp:nvSpPr>
      <dsp:spPr>
        <a:xfrm>
          <a:off x="0" y="1546054"/>
          <a:ext cx="5715000" cy="0"/>
        </a:xfrm>
        <a:prstGeom prst="line">
          <a:avLst/>
        </a:prstGeom>
        <a:solidFill>
          <a:schemeClr val="accent2">
            <a:hueOff val="-135738"/>
            <a:satOff val="-1163"/>
            <a:lumOff val="-7712"/>
            <a:alphaOff val="0"/>
          </a:schemeClr>
        </a:solidFill>
        <a:ln w="12700" cap="flat" cmpd="sng" algn="ctr">
          <a:solidFill>
            <a:schemeClr val="accent2">
              <a:hueOff val="-135738"/>
              <a:satOff val="-1163"/>
              <a:lumOff val="-77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F6A16-DABB-430A-9A3E-A2C8854EA628}">
      <dsp:nvSpPr>
        <dsp:cNvPr id="0" name=""/>
        <dsp:cNvSpPr/>
      </dsp:nvSpPr>
      <dsp:spPr>
        <a:xfrm>
          <a:off x="0" y="1546054"/>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dirty="0" err="1"/>
            <a:t>MicroPython</a:t>
          </a:r>
          <a:r>
            <a:rPr lang="en-SG" sz="3500" kern="1200" dirty="0"/>
            <a:t>/</a:t>
          </a:r>
          <a:r>
            <a:rPr lang="en-SG" sz="3500" kern="1200" dirty="0" err="1"/>
            <a:t>CircuitPython</a:t>
          </a:r>
          <a:endParaRPr lang="en-US" sz="3500" kern="1200" dirty="0"/>
        </a:p>
      </dsp:txBody>
      <dsp:txXfrm>
        <a:off x="0" y="1546054"/>
        <a:ext cx="5715000" cy="772697"/>
      </dsp:txXfrm>
    </dsp:sp>
    <dsp:sp modelId="{D695D9FD-DC9D-4488-BBB0-78A4BF0182C4}">
      <dsp:nvSpPr>
        <dsp:cNvPr id="0" name=""/>
        <dsp:cNvSpPr/>
      </dsp:nvSpPr>
      <dsp:spPr>
        <a:xfrm>
          <a:off x="0" y="2318751"/>
          <a:ext cx="5715000" cy="0"/>
        </a:xfrm>
        <a:prstGeom prst="line">
          <a:avLst/>
        </a:prstGeom>
        <a:solidFill>
          <a:schemeClr val="accent2">
            <a:hueOff val="-203606"/>
            <a:satOff val="-1745"/>
            <a:lumOff val="-11568"/>
            <a:alphaOff val="0"/>
          </a:schemeClr>
        </a:solidFill>
        <a:ln w="12700" cap="flat" cmpd="sng" algn="ctr">
          <a:solidFill>
            <a:schemeClr val="accent2">
              <a:hueOff val="-203606"/>
              <a:satOff val="-1745"/>
              <a:lumOff val="-1156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EFC117-5072-41B3-BF29-B42F35E4BF5C}">
      <dsp:nvSpPr>
        <dsp:cNvPr id="0" name=""/>
        <dsp:cNvSpPr/>
      </dsp:nvSpPr>
      <dsp:spPr>
        <a:xfrm>
          <a:off x="0" y="2318751"/>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a:t>JavaScript</a:t>
          </a:r>
          <a:endParaRPr lang="en-US" sz="3500" kern="1200"/>
        </a:p>
      </dsp:txBody>
      <dsp:txXfrm>
        <a:off x="0" y="2318751"/>
        <a:ext cx="5715000" cy="772697"/>
      </dsp:txXfrm>
    </dsp:sp>
    <dsp:sp modelId="{59E895BD-48B0-47E2-B445-EA1E2CBDA4AC}">
      <dsp:nvSpPr>
        <dsp:cNvPr id="0" name=""/>
        <dsp:cNvSpPr/>
      </dsp:nvSpPr>
      <dsp:spPr>
        <a:xfrm>
          <a:off x="0" y="3091448"/>
          <a:ext cx="5715000" cy="0"/>
        </a:xfrm>
        <a:prstGeom prst="line">
          <a:avLst/>
        </a:prstGeom>
        <a:solidFill>
          <a:schemeClr val="accent2">
            <a:hueOff val="-271475"/>
            <a:satOff val="-2327"/>
            <a:lumOff val="-15425"/>
            <a:alphaOff val="0"/>
          </a:schemeClr>
        </a:solidFill>
        <a:ln w="12700" cap="flat" cmpd="sng" algn="ctr">
          <a:solidFill>
            <a:schemeClr val="accent2">
              <a:hueOff val="-271475"/>
              <a:satOff val="-2327"/>
              <a:lumOff val="-154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A02FC0-4D2E-4579-A6E5-C20950D0E6CF}">
      <dsp:nvSpPr>
        <dsp:cNvPr id="0" name=""/>
        <dsp:cNvSpPr/>
      </dsp:nvSpPr>
      <dsp:spPr>
        <a:xfrm>
          <a:off x="0" y="3091448"/>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a:t>Basic</a:t>
          </a:r>
          <a:endParaRPr lang="en-US" sz="3500" kern="1200"/>
        </a:p>
      </dsp:txBody>
      <dsp:txXfrm>
        <a:off x="0" y="3091448"/>
        <a:ext cx="5715000" cy="772697"/>
      </dsp:txXfrm>
    </dsp:sp>
    <dsp:sp modelId="{9D56A206-6E7D-4BC8-B4B8-CACC4E666091}">
      <dsp:nvSpPr>
        <dsp:cNvPr id="0" name=""/>
        <dsp:cNvSpPr/>
      </dsp:nvSpPr>
      <dsp:spPr>
        <a:xfrm>
          <a:off x="0" y="3864145"/>
          <a:ext cx="5715000" cy="0"/>
        </a:xfrm>
        <a:prstGeom prst="line">
          <a:avLst/>
        </a:prstGeom>
        <a:solidFill>
          <a:schemeClr val="accent2">
            <a:hueOff val="-339344"/>
            <a:satOff val="-2908"/>
            <a:lumOff val="-19281"/>
            <a:alphaOff val="0"/>
          </a:schemeClr>
        </a:solidFill>
        <a:ln w="12700" cap="flat" cmpd="sng" algn="ctr">
          <a:solidFill>
            <a:schemeClr val="accent2">
              <a:hueOff val="-339344"/>
              <a:satOff val="-2908"/>
              <a:lumOff val="-192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96A654-CFCB-4EEF-A303-22BD4E58D230}">
      <dsp:nvSpPr>
        <dsp:cNvPr id="0" name=""/>
        <dsp:cNvSpPr/>
      </dsp:nvSpPr>
      <dsp:spPr>
        <a:xfrm>
          <a:off x="0" y="3864145"/>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a:t>Forth</a:t>
          </a:r>
          <a:endParaRPr lang="en-US" sz="3500" kern="1200"/>
        </a:p>
      </dsp:txBody>
      <dsp:txXfrm>
        <a:off x="0" y="3864145"/>
        <a:ext cx="5715000" cy="772697"/>
      </dsp:txXfrm>
    </dsp:sp>
    <dsp:sp modelId="{6EAC8B73-C2E9-4C63-9837-089E4EBA8B7B}">
      <dsp:nvSpPr>
        <dsp:cNvPr id="0" name=""/>
        <dsp:cNvSpPr/>
      </dsp:nvSpPr>
      <dsp:spPr>
        <a:xfrm>
          <a:off x="0" y="4636842"/>
          <a:ext cx="5715000" cy="0"/>
        </a:xfrm>
        <a:prstGeom prst="line">
          <a:avLst/>
        </a:prstGeom>
        <a:solidFill>
          <a:schemeClr val="accent2">
            <a:hueOff val="-407213"/>
            <a:satOff val="-3490"/>
            <a:lumOff val="-23137"/>
            <a:alphaOff val="0"/>
          </a:schemeClr>
        </a:solidFill>
        <a:ln w="12700" cap="flat" cmpd="sng" algn="ctr">
          <a:solidFill>
            <a:schemeClr val="accent2">
              <a:hueOff val="-407213"/>
              <a:satOff val="-3490"/>
              <a:lumOff val="-2313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491979-BD2E-4988-ADB8-B76C048B508A}">
      <dsp:nvSpPr>
        <dsp:cNvPr id="0" name=""/>
        <dsp:cNvSpPr/>
      </dsp:nvSpPr>
      <dsp:spPr>
        <a:xfrm>
          <a:off x="0" y="4636842"/>
          <a:ext cx="5715000" cy="77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SG" sz="3500" kern="1200"/>
            <a:t>Lua</a:t>
          </a:r>
          <a:endParaRPr lang="en-US" sz="3500" kern="1200"/>
        </a:p>
      </dsp:txBody>
      <dsp:txXfrm>
        <a:off x="0" y="4636842"/>
        <a:ext cx="5715000" cy="77269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10/30/2025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43658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10/30/2025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8847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10/30/2025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42786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10/30/2025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8197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10/30/2025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90985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10/30/2025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87004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10/30/2025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89167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10/30/2025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61763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10/30/2025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73285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10/30/2025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47800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10/30/2025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58247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10/30/2025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A9EEF48-F8FE-5CCF-4B5F-76F7F1B4801D}"/>
              </a:ext>
            </a:extLst>
          </p:cNvPr>
          <p:cNvSpPr txBox="1"/>
          <p:nvPr userDrawn="1">
            <p:extLst>
              <p:ext uri="{1162E1C5-73C7-4A58-AE30-91384D911F3F}">
                <p184:classification xmlns:p184="http://schemas.microsoft.com/office/powerpoint/2018/4/main" val="hdr"/>
              </p:ext>
            </p:extLst>
          </p:nvPr>
        </p:nvSpPr>
        <p:spPr>
          <a:xfrm>
            <a:off x="5722938" y="63500"/>
            <a:ext cx="774700" cy="152400"/>
          </a:xfrm>
          <a:prstGeom prst="rect">
            <a:avLst/>
          </a:prstGeom>
        </p:spPr>
        <p:txBody>
          <a:bodyPr horzOverflow="overflow" lIns="0" tIns="0" rIns="0" bIns="0">
            <a:spAutoFit/>
          </a:bodyPr>
          <a:lstStyle/>
          <a:p>
            <a:pPr algn="l"/>
            <a:r>
              <a:rPr lang="en-SG"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Official (Open)</a:t>
            </a:r>
          </a:p>
        </p:txBody>
      </p:sp>
    </p:spTree>
    <p:extLst>
      <p:ext uri="{BB962C8B-B14F-4D97-AF65-F5344CB8AC3E}">
        <p14:creationId xmlns:p14="http://schemas.microsoft.com/office/powerpoint/2010/main" val="255245435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8" r:id="rId6"/>
    <p:sldLayoutId id="2147483684" r:id="rId7"/>
    <p:sldLayoutId id="2147483685" r:id="rId8"/>
    <p:sldLayoutId id="2147483686" r:id="rId9"/>
    <p:sldLayoutId id="2147483687" r:id="rId10"/>
    <p:sldLayoutId id="2147483689"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hyperlink" Target="https://www.pcb-hero.com/blogs/lickys-column/cpu-vs-gpu-vs-fpga-vs-asic" TargetMode="Externa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hyperlink" Target="https://www.datacamp.com/blog/tpu-vs-gpu-ai" TargetMode="External"/><Relationship Id="rId5" Type="http://schemas.openxmlformats.org/officeDocument/2006/relationships/hyperlink" Target="https://www.geeksforgeeks.org/computer-organization-architecture/computer-organization-risc-and-cisc/" TargetMode="External"/><Relationship Id="rId4" Type="http://schemas.openxmlformats.org/officeDocument/2006/relationships/hyperlink" Target="https://www.geeksforgeeks.org/computer-organization-architecture/difference-between-von-neumann-and-harvard-architecture/" TargetMode="Externa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hyperlink" Target="https://docs.micropython.org/en/latest/rp2/quickref.html" TargetMode="External"/><Relationship Id="rId4" Type="http://schemas.openxmlformats.org/officeDocument/2006/relationships/hyperlink" Target="https://docs.micropython.org/en/latest/esp32/tutorial/intro.html"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hyperlink" Target="https://arduino-pico.readthedocs.io/en/latest/" TargetMode="External"/><Relationship Id="rId4" Type="http://schemas.openxmlformats.org/officeDocument/2006/relationships/hyperlink" Target="https://randomnerdtutorials.com/getting-started-esp32-c3-super-mini/"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okwi.com/" TargetMode="External"/><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hyperlink" Target="https://maker.pro/arduino/tutorial/getting-started-with-wokwi-arduino-simulation-made-easy"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wokwi.com/" TargetMode="External"/><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wiki.seeedstudio.com/XIAO_ESP32C3_Getting_Started/"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s://thonny.org/" TargetMode="External"/><Relationship Id="rId2" Type="http://schemas.openxmlformats.org/officeDocument/2006/relationships/hyperlink" Target="https://randomnerdtutorials.com/getting-started-thonny-micropython-python-ide-esp32-esp8266/" TargetMode="Externa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lorful wavy concept">
            <a:extLst>
              <a:ext uri="{FF2B5EF4-FFF2-40B4-BE49-F238E27FC236}">
                <a16:creationId xmlns:a16="http://schemas.microsoft.com/office/drawing/2014/main" id="{64679290-9636-B2E4-B0E8-1A6531E1F38D}"/>
              </a:ext>
            </a:extLst>
          </p:cNvPr>
          <p:cNvPicPr>
            <a:picLocks noChangeAspect="1"/>
          </p:cNvPicPr>
          <p:nvPr/>
        </p:nvPicPr>
        <p:blipFill>
          <a:blip r:embed="rId2"/>
          <a:srcRect t="1684" b="14046"/>
          <a:stretch>
            <a:fillRect/>
          </a:stretch>
        </p:blipFill>
        <p:spPr>
          <a:xfrm>
            <a:off x="1" y="10"/>
            <a:ext cx="12192000" cy="6857989"/>
          </a:xfrm>
          <a:prstGeom prst="rect">
            <a:avLst/>
          </a:prstGeom>
        </p:spPr>
      </p:pic>
      <p:sp>
        <p:nvSpPr>
          <p:cNvPr id="18" name="Rectangle 17">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1B2637-8EDF-87A6-31C7-AFEA9C5A94DF}"/>
              </a:ext>
            </a:extLst>
          </p:cNvPr>
          <p:cNvSpPr>
            <a:spLocks noGrp="1"/>
          </p:cNvSpPr>
          <p:nvPr>
            <p:ph type="ctrTitle"/>
          </p:nvPr>
        </p:nvSpPr>
        <p:spPr>
          <a:xfrm>
            <a:off x="1833541" y="990599"/>
            <a:ext cx="5619054" cy="4849091"/>
          </a:xfrm>
        </p:spPr>
        <p:txBody>
          <a:bodyPr anchor="ctr">
            <a:normAutofit/>
          </a:bodyPr>
          <a:lstStyle/>
          <a:p>
            <a:pPr algn="r"/>
            <a:r>
              <a:rPr lang="en-SG" sz="4400" dirty="0">
                <a:solidFill>
                  <a:srgbClr val="FFFFFF"/>
                </a:solidFill>
              </a:rPr>
              <a:t>EP1001 Further Digital Fabrication &amp; Prototyping</a:t>
            </a:r>
          </a:p>
        </p:txBody>
      </p:sp>
      <p:sp>
        <p:nvSpPr>
          <p:cNvPr id="3" name="Subtitle 2">
            <a:extLst>
              <a:ext uri="{FF2B5EF4-FFF2-40B4-BE49-F238E27FC236}">
                <a16:creationId xmlns:a16="http://schemas.microsoft.com/office/drawing/2014/main" id="{9A2A51C4-37A7-B10C-84D3-34A7B585DE31}"/>
              </a:ext>
            </a:extLst>
          </p:cNvPr>
          <p:cNvSpPr>
            <a:spLocks noGrp="1"/>
          </p:cNvSpPr>
          <p:nvPr>
            <p:ph type="subTitle" idx="1"/>
          </p:nvPr>
        </p:nvSpPr>
        <p:spPr>
          <a:xfrm>
            <a:off x="8712865" y="1447799"/>
            <a:ext cx="2368905" cy="4076699"/>
          </a:xfrm>
        </p:spPr>
        <p:txBody>
          <a:bodyPr anchor="ctr">
            <a:normAutofit/>
          </a:bodyPr>
          <a:lstStyle/>
          <a:p>
            <a:r>
              <a:rPr lang="en-SG" dirty="0">
                <a:solidFill>
                  <a:srgbClr val="FFFFFF"/>
                </a:solidFill>
              </a:rPr>
              <a:t>Embedded Programming</a:t>
            </a:r>
          </a:p>
        </p:txBody>
      </p:sp>
      <p:cxnSp>
        <p:nvCxnSpPr>
          <p:cNvPr id="20" name="Straight Connector 19">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17546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3" name="Rectangle 1042">
            <a:extLst>
              <a:ext uri="{FF2B5EF4-FFF2-40B4-BE49-F238E27FC236}">
                <a16:creationId xmlns:a16="http://schemas.microsoft.com/office/drawing/2014/main" id="{C3D0AD61-C4EE-4A0B-8733-BAE046F63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AE18AB-42FD-1948-457C-4439103035A4}"/>
              </a:ext>
            </a:extLst>
          </p:cNvPr>
          <p:cNvSpPr>
            <a:spLocks noGrp="1"/>
          </p:cNvSpPr>
          <p:nvPr>
            <p:ph type="title"/>
          </p:nvPr>
        </p:nvSpPr>
        <p:spPr>
          <a:xfrm>
            <a:off x="700087" y="909638"/>
            <a:ext cx="10803485" cy="845674"/>
          </a:xfrm>
        </p:spPr>
        <p:txBody>
          <a:bodyPr>
            <a:normAutofit/>
          </a:bodyPr>
          <a:lstStyle/>
          <a:p>
            <a:r>
              <a:rPr lang="en-SG" dirty="0"/>
              <a:t>Computer architectures</a:t>
            </a:r>
          </a:p>
        </p:txBody>
      </p:sp>
      <p:cxnSp>
        <p:nvCxnSpPr>
          <p:cNvPr id="1044" name="Straight Connector 1043">
            <a:extLst>
              <a:ext uri="{FF2B5EF4-FFF2-40B4-BE49-F238E27FC236}">
                <a16:creationId xmlns:a16="http://schemas.microsoft.com/office/drawing/2014/main" id="{B0627202-EFF9-43AD-A17D-9C0A583533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1028" name="Picture 4" descr="ASIC vs. FPGA: Understanding the Differences in VLSI Design">
            <a:extLst>
              <a:ext uri="{FF2B5EF4-FFF2-40B4-BE49-F238E27FC236}">
                <a16:creationId xmlns:a16="http://schemas.microsoft.com/office/drawing/2014/main" id="{E691A4A6-6653-2872-162B-0D5D1BDA5ED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0100" y="2046809"/>
            <a:ext cx="3063688" cy="175396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ntel introduces new 9th generation Core i9 processor for desktop gaming |  Technology News - The Indian Express">
            <a:extLst>
              <a:ext uri="{FF2B5EF4-FFF2-40B4-BE49-F238E27FC236}">
                <a16:creationId xmlns:a16="http://schemas.microsoft.com/office/drawing/2014/main" id="{EAC2D19C-01CB-4C8F-22DA-8B65B54CFBF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00100" y="3983516"/>
            <a:ext cx="3063688" cy="170034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CF754235-8D77-188A-E691-0711F2FE9BD6}"/>
              </a:ext>
            </a:extLst>
          </p:cNvPr>
          <p:cNvSpPr>
            <a:spLocks noGrp="1"/>
          </p:cNvSpPr>
          <p:nvPr>
            <p:ph idx="1"/>
          </p:nvPr>
        </p:nvSpPr>
        <p:spPr>
          <a:xfrm>
            <a:off x="4410636" y="1855074"/>
            <a:ext cx="7092936" cy="4074121"/>
          </a:xfrm>
        </p:spPr>
        <p:txBody>
          <a:bodyPr>
            <a:normAutofit/>
          </a:bodyPr>
          <a:lstStyle/>
          <a:p>
            <a:pPr>
              <a:lnSpc>
                <a:spcPct val="100000"/>
              </a:lnSpc>
            </a:pPr>
            <a:r>
              <a:rPr lang="en-SG" sz="1400"/>
              <a:t>Computers follow 2 basic </a:t>
            </a:r>
            <a:r>
              <a:rPr lang="en-SG" sz="1400">
                <a:hlinkClick r:id="rId4"/>
              </a:rPr>
              <a:t>memory architectures</a:t>
            </a:r>
            <a:endParaRPr lang="en-SG" sz="1400"/>
          </a:p>
          <a:p>
            <a:pPr lvl="1">
              <a:lnSpc>
                <a:spcPct val="100000"/>
              </a:lnSpc>
            </a:pPr>
            <a:r>
              <a:rPr lang="en-SG" sz="1400"/>
              <a:t>Von Neumann: shared instruction &amp; data space</a:t>
            </a:r>
          </a:p>
          <a:p>
            <a:pPr lvl="1">
              <a:lnSpc>
                <a:spcPct val="100000"/>
              </a:lnSpc>
            </a:pPr>
            <a:r>
              <a:rPr lang="en-SG" sz="1400"/>
              <a:t>Harvard: separate instruction &amp; data space</a:t>
            </a:r>
          </a:p>
          <a:p>
            <a:pPr>
              <a:lnSpc>
                <a:spcPct val="100000"/>
              </a:lnSpc>
            </a:pPr>
            <a:r>
              <a:rPr lang="en-SG" sz="1400">
                <a:hlinkClick r:id="rId5"/>
              </a:rPr>
              <a:t>CPU architectures</a:t>
            </a:r>
            <a:r>
              <a:rPr lang="en-SG" sz="1400"/>
              <a:t> can be</a:t>
            </a:r>
          </a:p>
          <a:p>
            <a:pPr lvl="1">
              <a:lnSpc>
                <a:spcPct val="100000"/>
              </a:lnSpc>
            </a:pPr>
            <a:r>
              <a:rPr lang="en-SG" sz="1400"/>
              <a:t>CISC: complex, multi-cycle instructions</a:t>
            </a:r>
          </a:p>
          <a:p>
            <a:pPr lvl="1">
              <a:lnSpc>
                <a:spcPct val="100000"/>
              </a:lnSpc>
            </a:pPr>
            <a:r>
              <a:rPr lang="en-SG" sz="1400"/>
              <a:t>RISC: simple, single cycle instructions</a:t>
            </a:r>
          </a:p>
          <a:p>
            <a:pPr>
              <a:lnSpc>
                <a:spcPct val="100000"/>
              </a:lnSpc>
            </a:pPr>
            <a:r>
              <a:rPr lang="en-SG" sz="1400">
                <a:hlinkClick r:id="rId6"/>
              </a:rPr>
              <a:t>Specialized CPUs</a:t>
            </a:r>
            <a:r>
              <a:rPr lang="en-SG" sz="1400"/>
              <a:t> include</a:t>
            </a:r>
          </a:p>
          <a:p>
            <a:pPr lvl="1">
              <a:lnSpc>
                <a:spcPct val="100000"/>
              </a:lnSpc>
            </a:pPr>
            <a:r>
              <a:rPr lang="en-SG" sz="1400"/>
              <a:t>GPU: graphics processing unit</a:t>
            </a:r>
          </a:p>
          <a:p>
            <a:pPr lvl="1">
              <a:lnSpc>
                <a:spcPct val="100000"/>
              </a:lnSpc>
            </a:pPr>
            <a:r>
              <a:rPr lang="en-SG" sz="1400"/>
              <a:t>TPU: tensor processing unit (for AI tasks)</a:t>
            </a:r>
          </a:p>
          <a:p>
            <a:pPr>
              <a:lnSpc>
                <a:spcPct val="100000"/>
              </a:lnSpc>
            </a:pPr>
            <a:r>
              <a:rPr lang="en-SG" sz="1400">
                <a:hlinkClick r:id="rId7"/>
              </a:rPr>
              <a:t>Hardware implementation</a:t>
            </a:r>
            <a:endParaRPr lang="en-SG" sz="1400"/>
          </a:p>
          <a:p>
            <a:pPr lvl="1">
              <a:lnSpc>
                <a:spcPct val="100000"/>
              </a:lnSpc>
            </a:pPr>
            <a:r>
              <a:rPr lang="en-SG" sz="1400"/>
              <a:t>CPUs: general purpose, slower</a:t>
            </a:r>
          </a:p>
          <a:p>
            <a:pPr lvl="1">
              <a:lnSpc>
                <a:spcPct val="100000"/>
              </a:lnSpc>
            </a:pPr>
            <a:r>
              <a:rPr lang="en-SG" sz="1400"/>
              <a:t>FPGAs: field (end-user) programmable, custom circuits</a:t>
            </a:r>
          </a:p>
          <a:p>
            <a:pPr lvl="1">
              <a:lnSpc>
                <a:spcPct val="100000"/>
              </a:lnSpc>
            </a:pPr>
            <a:r>
              <a:rPr lang="en-SG" sz="1400"/>
              <a:t>ASICs: application specific, highly customised at IC manufacturer level</a:t>
            </a:r>
          </a:p>
        </p:txBody>
      </p:sp>
      <p:cxnSp>
        <p:nvCxnSpPr>
          <p:cNvPr id="1037" name="Straight Connector 1036">
            <a:extLst>
              <a:ext uri="{FF2B5EF4-FFF2-40B4-BE49-F238E27FC236}">
                <a16:creationId xmlns:a16="http://schemas.microsoft.com/office/drawing/2014/main" id="{A122FEF2-9343-4D52-A0EA-3EB03CB8BC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234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447BC2-4C3F-C286-3D84-3875737379B0}"/>
              </a:ext>
            </a:extLst>
          </p:cNvPr>
          <p:cNvSpPr>
            <a:spLocks noGrp="1"/>
          </p:cNvSpPr>
          <p:nvPr>
            <p:ph type="title"/>
          </p:nvPr>
        </p:nvSpPr>
        <p:spPr>
          <a:xfrm>
            <a:off x="704088" y="554762"/>
            <a:ext cx="3623818" cy="4559890"/>
          </a:xfrm>
        </p:spPr>
        <p:txBody>
          <a:bodyPr>
            <a:normAutofit/>
          </a:bodyPr>
          <a:lstStyle/>
          <a:p>
            <a:r>
              <a:rPr lang="en-SG" sz="2800"/>
              <a:t>Microprocessors vs microcontrollers vs</a:t>
            </a:r>
            <a:br>
              <a:rPr lang="en-SG" sz="2800"/>
            </a:br>
            <a:r>
              <a:rPr lang="en-SG" sz="2800"/>
              <a:t>soc</a:t>
            </a:r>
          </a:p>
        </p:txBody>
      </p:sp>
      <p:cxnSp>
        <p:nvCxnSpPr>
          <p:cNvPr id="50" name="Straight Connector 49">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9" name="Content Placeholder 2">
            <a:extLst>
              <a:ext uri="{FF2B5EF4-FFF2-40B4-BE49-F238E27FC236}">
                <a16:creationId xmlns:a16="http://schemas.microsoft.com/office/drawing/2014/main" id="{BA2A67DB-EE2C-6184-F0D6-DEF34372B6A8}"/>
              </a:ext>
            </a:extLst>
          </p:cNvPr>
          <p:cNvGraphicFramePr>
            <a:graphicFrameLocks noGrp="1"/>
          </p:cNvGraphicFramePr>
          <p:nvPr>
            <p:ph idx="1"/>
            <p:extLst>
              <p:ext uri="{D42A27DB-BD31-4B8C-83A1-F6EECF244321}">
                <p14:modId xmlns:p14="http://schemas.microsoft.com/office/powerpoint/2010/main" val="2815597273"/>
              </p:ext>
            </p:extLst>
          </p:nvPr>
        </p:nvGraphicFramePr>
        <p:xfrm>
          <a:off x="5715000" y="723900"/>
          <a:ext cx="5715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6263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3F7CF3-C8B3-4D95-4EF2-66784C887194}"/>
              </a:ext>
            </a:extLst>
          </p:cNvPr>
          <p:cNvSpPr>
            <a:spLocks noGrp="1"/>
          </p:cNvSpPr>
          <p:nvPr>
            <p:ph type="title"/>
          </p:nvPr>
        </p:nvSpPr>
        <p:spPr>
          <a:xfrm>
            <a:off x="704088" y="554762"/>
            <a:ext cx="3623818" cy="4559890"/>
          </a:xfrm>
        </p:spPr>
        <p:txBody>
          <a:bodyPr>
            <a:normAutofit/>
          </a:bodyPr>
          <a:lstStyle/>
          <a:p>
            <a:r>
              <a:rPr lang="en-SG"/>
              <a:t>Types of memory</a:t>
            </a:r>
          </a:p>
        </p:txBody>
      </p:sp>
      <p:cxnSp>
        <p:nvCxnSpPr>
          <p:cNvPr id="39" name="Straight Connector 38">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4BAB11C5-97EC-B55A-FB53-401EAB3E3A70}"/>
              </a:ext>
            </a:extLst>
          </p:cNvPr>
          <p:cNvGraphicFramePr>
            <a:graphicFrameLocks noGrp="1"/>
          </p:cNvGraphicFramePr>
          <p:nvPr>
            <p:ph idx="1"/>
            <p:extLst>
              <p:ext uri="{D42A27DB-BD31-4B8C-83A1-F6EECF244321}">
                <p14:modId xmlns:p14="http://schemas.microsoft.com/office/powerpoint/2010/main" val="3287946170"/>
              </p:ext>
            </p:extLst>
          </p:nvPr>
        </p:nvGraphicFramePr>
        <p:xfrm>
          <a:off x="5715000" y="723900"/>
          <a:ext cx="5715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235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E0C817-5737-7BCB-F780-E5754A35C0B0}"/>
              </a:ext>
            </a:extLst>
          </p:cNvPr>
          <p:cNvSpPr>
            <a:spLocks noGrp="1"/>
          </p:cNvSpPr>
          <p:nvPr>
            <p:ph type="title"/>
          </p:nvPr>
        </p:nvSpPr>
        <p:spPr>
          <a:xfrm>
            <a:off x="704088" y="554762"/>
            <a:ext cx="3623818" cy="4559890"/>
          </a:xfrm>
        </p:spPr>
        <p:txBody>
          <a:bodyPr>
            <a:normAutofit/>
          </a:bodyPr>
          <a:lstStyle/>
          <a:p>
            <a:r>
              <a:rPr lang="en-SG" sz="3100"/>
              <a:t>Typical microcontroller Peripherals</a:t>
            </a:r>
          </a:p>
        </p:txBody>
      </p:sp>
      <p:cxnSp>
        <p:nvCxnSpPr>
          <p:cNvPr id="29" name="Straight Connector 28">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 name="Content Placeholder 2">
            <a:extLst>
              <a:ext uri="{FF2B5EF4-FFF2-40B4-BE49-F238E27FC236}">
                <a16:creationId xmlns:a16="http://schemas.microsoft.com/office/drawing/2014/main" id="{6628C0A8-676A-3918-C12B-1B37FA4C6588}"/>
              </a:ext>
            </a:extLst>
          </p:cNvPr>
          <p:cNvGraphicFramePr>
            <a:graphicFrameLocks noGrp="1"/>
          </p:cNvGraphicFramePr>
          <p:nvPr>
            <p:ph idx="1"/>
            <p:extLst>
              <p:ext uri="{D42A27DB-BD31-4B8C-83A1-F6EECF244321}">
                <p14:modId xmlns:p14="http://schemas.microsoft.com/office/powerpoint/2010/main" val="3818743396"/>
              </p:ext>
            </p:extLst>
          </p:nvPr>
        </p:nvGraphicFramePr>
        <p:xfrm>
          <a:off x="5715000" y="723900"/>
          <a:ext cx="5715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0508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2262D9-2932-FD68-B701-0DD82EA48AFB}"/>
              </a:ext>
            </a:extLst>
          </p:cNvPr>
          <p:cNvSpPr>
            <a:spLocks noGrp="1"/>
          </p:cNvSpPr>
          <p:nvPr>
            <p:ph type="title"/>
          </p:nvPr>
        </p:nvSpPr>
        <p:spPr>
          <a:xfrm>
            <a:off x="704087" y="559063"/>
            <a:ext cx="3306747" cy="5256025"/>
          </a:xfrm>
        </p:spPr>
        <p:txBody>
          <a:bodyPr>
            <a:normAutofit/>
          </a:bodyPr>
          <a:lstStyle/>
          <a:p>
            <a:r>
              <a:rPr lang="en-SG" sz="3600"/>
              <a:t>Processor families</a:t>
            </a:r>
            <a:endParaRPr lang="en-SG" sz="3600" dirty="0"/>
          </a:p>
        </p:txBody>
      </p:sp>
      <p:sp>
        <p:nvSpPr>
          <p:cNvPr id="3" name="Content Placeholder 2">
            <a:extLst>
              <a:ext uri="{FF2B5EF4-FFF2-40B4-BE49-F238E27FC236}">
                <a16:creationId xmlns:a16="http://schemas.microsoft.com/office/drawing/2014/main" id="{88D5EAE7-6896-E24C-0FFE-C64184505F71}"/>
              </a:ext>
            </a:extLst>
          </p:cNvPr>
          <p:cNvSpPr>
            <a:spLocks noGrp="1"/>
          </p:cNvSpPr>
          <p:nvPr>
            <p:ph idx="1"/>
          </p:nvPr>
        </p:nvSpPr>
        <p:spPr>
          <a:xfrm>
            <a:off x="4643022" y="622249"/>
            <a:ext cx="6844892" cy="5639712"/>
          </a:xfrm>
        </p:spPr>
        <p:txBody>
          <a:bodyPr>
            <a:normAutofit lnSpcReduction="10000"/>
          </a:bodyPr>
          <a:lstStyle/>
          <a:p>
            <a:pPr>
              <a:lnSpc>
                <a:spcPct val="100000"/>
              </a:lnSpc>
            </a:pPr>
            <a:r>
              <a:rPr lang="en-SG"/>
              <a:t>8051</a:t>
            </a:r>
          </a:p>
          <a:p>
            <a:pPr>
              <a:lnSpc>
                <a:spcPct val="100000"/>
              </a:lnSpc>
            </a:pPr>
            <a:r>
              <a:rPr lang="en-SG"/>
              <a:t>PIC</a:t>
            </a:r>
          </a:p>
          <a:p>
            <a:pPr>
              <a:lnSpc>
                <a:spcPct val="100000"/>
              </a:lnSpc>
            </a:pPr>
            <a:r>
              <a:rPr lang="en-SG"/>
              <a:t>AVR</a:t>
            </a:r>
          </a:p>
          <a:p>
            <a:pPr lvl="1">
              <a:lnSpc>
                <a:spcPct val="100000"/>
              </a:lnSpc>
            </a:pPr>
            <a:r>
              <a:rPr lang="en-SG"/>
              <a:t>ATmega328</a:t>
            </a:r>
          </a:p>
          <a:p>
            <a:pPr lvl="1">
              <a:lnSpc>
                <a:spcPct val="100000"/>
              </a:lnSpc>
            </a:pPr>
            <a:r>
              <a:rPr lang="en-SG"/>
              <a:t>ATtiny412, ATtiny1614, ATtiny3216</a:t>
            </a:r>
          </a:p>
          <a:p>
            <a:pPr>
              <a:lnSpc>
                <a:spcPct val="100000"/>
              </a:lnSpc>
            </a:pPr>
            <a:r>
              <a:rPr lang="en-SG"/>
              <a:t>ARM</a:t>
            </a:r>
          </a:p>
          <a:p>
            <a:pPr lvl="1">
              <a:lnSpc>
                <a:spcPct val="100000"/>
              </a:lnSpc>
            </a:pPr>
            <a:r>
              <a:rPr lang="en-SG"/>
              <a:t>ATSAMD11, ATSAMD21</a:t>
            </a:r>
          </a:p>
          <a:p>
            <a:pPr lvl="1">
              <a:lnSpc>
                <a:spcPct val="100000"/>
              </a:lnSpc>
            </a:pPr>
            <a:r>
              <a:rPr lang="en-SG"/>
              <a:t>STM32</a:t>
            </a:r>
          </a:p>
          <a:p>
            <a:pPr>
              <a:lnSpc>
                <a:spcPct val="100000"/>
              </a:lnSpc>
            </a:pPr>
            <a:r>
              <a:rPr lang="en-SG"/>
              <a:t>Raspberry Pi</a:t>
            </a:r>
          </a:p>
          <a:p>
            <a:pPr lvl="1">
              <a:lnSpc>
                <a:spcPct val="100000"/>
              </a:lnSpc>
            </a:pPr>
            <a:r>
              <a:rPr lang="en-SG"/>
              <a:t>RP2040</a:t>
            </a:r>
          </a:p>
          <a:p>
            <a:pPr lvl="1">
              <a:lnSpc>
                <a:spcPct val="100000"/>
              </a:lnSpc>
            </a:pPr>
            <a:r>
              <a:rPr lang="en-SG"/>
              <a:t>RP2350</a:t>
            </a:r>
          </a:p>
          <a:p>
            <a:pPr>
              <a:lnSpc>
                <a:spcPct val="100000"/>
              </a:lnSpc>
            </a:pPr>
            <a:r>
              <a:rPr lang="en-SG"/>
              <a:t>Xtensa</a:t>
            </a:r>
          </a:p>
          <a:p>
            <a:pPr lvl="1">
              <a:lnSpc>
                <a:spcPct val="100000"/>
              </a:lnSpc>
            </a:pPr>
            <a:r>
              <a:rPr lang="en-SG"/>
              <a:t>ESP8266</a:t>
            </a:r>
          </a:p>
          <a:p>
            <a:pPr lvl="1">
              <a:lnSpc>
                <a:spcPct val="100000"/>
              </a:lnSpc>
            </a:pPr>
            <a:r>
              <a:rPr lang="en-SG"/>
              <a:t>ESP32</a:t>
            </a:r>
          </a:p>
          <a:p>
            <a:pPr>
              <a:lnSpc>
                <a:spcPct val="100000"/>
              </a:lnSpc>
            </a:pPr>
            <a:r>
              <a:rPr lang="en-SG"/>
              <a:t>RISC-V</a:t>
            </a:r>
          </a:p>
          <a:p>
            <a:pPr lvl="1">
              <a:lnSpc>
                <a:spcPct val="100000"/>
              </a:lnSpc>
            </a:pPr>
            <a:r>
              <a:rPr lang="en-SG"/>
              <a:t>ESP32-C3, ESP32-C6, ESP32-S3</a:t>
            </a:r>
            <a:endParaRPr lang="en-SG" dirty="0"/>
          </a:p>
        </p:txBody>
      </p:sp>
      <p:cxnSp>
        <p:nvCxnSpPr>
          <p:cNvPr id="15" name="Straight Connector 14">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050" name="Picture 2" descr="Tiny AVR Programmer Hookup Guide - SparkFun Learn">
            <a:extLst>
              <a:ext uri="{FF2B5EF4-FFF2-40B4-BE49-F238E27FC236}">
                <a16:creationId xmlns:a16="http://schemas.microsoft.com/office/drawing/2014/main" id="{7FE42649-578C-E8A7-F67B-C6FEFE35C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380" y="2107095"/>
            <a:ext cx="1634987" cy="163498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TSAMD20E17A-AU | Microchip, 32bit ARM Cortex M0+, ATSAMD Microcontroller,  48MHz, 128 kB Flash, 32-Pin TQFP | RS">
            <a:extLst>
              <a:ext uri="{FF2B5EF4-FFF2-40B4-BE49-F238E27FC236}">
                <a16:creationId xmlns:a16="http://schemas.microsoft.com/office/drawing/2014/main" id="{336BA666-8379-6CD7-13B7-F7BDE3B22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032" y="2484725"/>
            <a:ext cx="1676844" cy="9442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aspberry Pi Pico - AV Electronics">
            <a:extLst>
              <a:ext uri="{FF2B5EF4-FFF2-40B4-BE49-F238E27FC236}">
                <a16:creationId xmlns:a16="http://schemas.microsoft.com/office/drawing/2014/main" id="{48D158E6-6BE7-AA96-DBDC-6FAFF0C70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554" y="3557560"/>
            <a:ext cx="2353748" cy="235374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etting Started with Seeed Studio XIAO ESP32S3 Series | Seeed Studio Wiki">
            <a:extLst>
              <a:ext uri="{FF2B5EF4-FFF2-40B4-BE49-F238E27FC236}">
                <a16:creationId xmlns:a16="http://schemas.microsoft.com/office/drawing/2014/main" id="{1DF3033B-BB5B-B337-270E-99214A0FA5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744" y="4907447"/>
            <a:ext cx="2004450" cy="1503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5065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85184E4-C93A-4E34-8365-1886AAC5D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5837E7-12D7-E1CD-3686-37C2648ECF89}"/>
              </a:ext>
            </a:extLst>
          </p:cNvPr>
          <p:cNvSpPr>
            <a:spLocks noGrp="1"/>
          </p:cNvSpPr>
          <p:nvPr>
            <p:ph type="title"/>
          </p:nvPr>
        </p:nvSpPr>
        <p:spPr>
          <a:xfrm>
            <a:off x="704088" y="554762"/>
            <a:ext cx="3623818" cy="4559890"/>
          </a:xfrm>
        </p:spPr>
        <p:txBody>
          <a:bodyPr>
            <a:normAutofit/>
          </a:bodyPr>
          <a:lstStyle/>
          <a:p>
            <a:r>
              <a:rPr lang="en-SG" sz="3100"/>
              <a:t>Microcontroller Programming languages</a:t>
            </a:r>
          </a:p>
        </p:txBody>
      </p:sp>
      <p:cxnSp>
        <p:nvCxnSpPr>
          <p:cNvPr id="25" name="Straight Connector 24">
            <a:extLst>
              <a:ext uri="{FF2B5EF4-FFF2-40B4-BE49-F238E27FC236}">
                <a16:creationId xmlns:a16="http://schemas.microsoft.com/office/drawing/2014/main" id="{8AB0D40B-37F7-4F1F-B956-AFC12066AB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68972" y="723901"/>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720AEAC6-9B14-9949-05A5-51DCF8779B10}"/>
              </a:ext>
            </a:extLst>
          </p:cNvPr>
          <p:cNvGraphicFramePr>
            <a:graphicFrameLocks noGrp="1"/>
          </p:cNvGraphicFramePr>
          <p:nvPr>
            <p:ph idx="1"/>
            <p:extLst>
              <p:ext uri="{D42A27DB-BD31-4B8C-83A1-F6EECF244321}">
                <p14:modId xmlns:p14="http://schemas.microsoft.com/office/powerpoint/2010/main" val="1022303037"/>
              </p:ext>
            </p:extLst>
          </p:nvPr>
        </p:nvGraphicFramePr>
        <p:xfrm>
          <a:off x="5715000" y="723900"/>
          <a:ext cx="5715000" cy="541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0987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13C6F3-E6D4-4A9A-6D33-8C97922D0FAB}"/>
              </a:ext>
            </a:extLst>
          </p:cNvPr>
          <p:cNvSpPr>
            <a:spLocks noGrp="1"/>
          </p:cNvSpPr>
          <p:nvPr>
            <p:ph type="title"/>
          </p:nvPr>
        </p:nvSpPr>
        <p:spPr>
          <a:xfrm>
            <a:off x="6696186" y="909637"/>
            <a:ext cx="4800600" cy="1307592"/>
          </a:xfrm>
        </p:spPr>
        <p:txBody>
          <a:bodyPr>
            <a:normAutofit/>
          </a:bodyPr>
          <a:lstStyle/>
          <a:p>
            <a:pPr>
              <a:lnSpc>
                <a:spcPct val="90000"/>
              </a:lnSpc>
            </a:pPr>
            <a:r>
              <a:rPr lang="en-SG"/>
              <a:t>Development environments</a:t>
            </a:r>
          </a:p>
        </p:txBody>
      </p:sp>
      <p:pic>
        <p:nvPicPr>
          <p:cNvPr id="22" name="Picture 21" descr="Electronics protoboard">
            <a:extLst>
              <a:ext uri="{FF2B5EF4-FFF2-40B4-BE49-F238E27FC236}">
                <a16:creationId xmlns:a16="http://schemas.microsoft.com/office/drawing/2014/main" id="{8C162191-A7E9-B41A-709C-648AC4C2FE05}"/>
              </a:ext>
            </a:extLst>
          </p:cNvPr>
          <p:cNvPicPr>
            <a:picLocks noChangeAspect="1"/>
          </p:cNvPicPr>
          <p:nvPr/>
        </p:nvPicPr>
        <p:blipFill>
          <a:blip r:embed="rId2"/>
          <a:srcRect l="3583" r="37587" b="-1"/>
          <a:stretch>
            <a:fillRect/>
          </a:stretch>
        </p:blipFill>
        <p:spPr>
          <a:xfrm>
            <a:off x="20" y="10"/>
            <a:ext cx="6044164" cy="6857990"/>
          </a:xfrm>
          <a:prstGeom prst="rect">
            <a:avLst/>
          </a:prstGeom>
        </p:spPr>
      </p:pic>
      <p:cxnSp>
        <p:nvCxnSpPr>
          <p:cNvPr id="23" name="Straight Connector 22">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E8A4BB76-7090-EBE8-4E56-9A7623578641}"/>
              </a:ext>
            </a:extLst>
          </p:cNvPr>
          <p:cNvSpPr>
            <a:spLocks noGrp="1"/>
          </p:cNvSpPr>
          <p:nvPr>
            <p:ph idx="1"/>
          </p:nvPr>
        </p:nvSpPr>
        <p:spPr>
          <a:xfrm>
            <a:off x="6696186" y="2221992"/>
            <a:ext cx="4800600" cy="3739896"/>
          </a:xfrm>
        </p:spPr>
        <p:txBody>
          <a:bodyPr>
            <a:normAutofit/>
          </a:bodyPr>
          <a:lstStyle/>
          <a:p>
            <a:r>
              <a:rPr lang="en-SG"/>
              <a:t>Arduino IDE: C/C++, Arduino sketch</a:t>
            </a:r>
          </a:p>
          <a:p>
            <a:r>
              <a:rPr lang="en-SG"/>
              <a:t>Visual Studio Code / Platform IO: multiple languages</a:t>
            </a:r>
          </a:p>
          <a:p>
            <a:r>
              <a:rPr lang="en-SG"/>
              <a:t>Eclipse: multiple languages</a:t>
            </a:r>
          </a:p>
          <a:p>
            <a:r>
              <a:rPr lang="en-SG"/>
              <a:t>Microchip Studio: C/C++</a:t>
            </a:r>
          </a:p>
          <a:p>
            <a:r>
              <a:rPr lang="en-SG"/>
              <a:t>GCC: C/C++</a:t>
            </a:r>
          </a:p>
          <a:p>
            <a:r>
              <a:rPr lang="en-SG"/>
              <a:t>Thonny IDE: </a:t>
            </a:r>
            <a:r>
              <a:rPr lang="en-SG" err="1"/>
              <a:t>MicroPython</a:t>
            </a:r>
            <a:r>
              <a:rPr lang="en-SG"/>
              <a:t>, </a:t>
            </a:r>
            <a:r>
              <a:rPr lang="en-SG" err="1"/>
              <a:t>CircuitPython</a:t>
            </a:r>
            <a:endParaRPr lang="en-SG"/>
          </a:p>
        </p:txBody>
      </p:sp>
      <p:cxnSp>
        <p:nvCxnSpPr>
          <p:cNvPr id="20" name="Straight Connector 19">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757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53615EE-C559-4E03-999B-5477F162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FC26CD-79E5-530D-81F6-6844E738169D}"/>
              </a:ext>
            </a:extLst>
          </p:cNvPr>
          <p:cNvSpPr>
            <a:spLocks noGrp="1"/>
          </p:cNvSpPr>
          <p:nvPr>
            <p:ph type="title"/>
          </p:nvPr>
        </p:nvSpPr>
        <p:spPr>
          <a:xfrm>
            <a:off x="700088" y="909637"/>
            <a:ext cx="5958216" cy="1316736"/>
          </a:xfrm>
        </p:spPr>
        <p:txBody>
          <a:bodyPr>
            <a:normAutofit/>
          </a:bodyPr>
          <a:lstStyle/>
          <a:p>
            <a:r>
              <a:rPr lang="en-SG"/>
              <a:t>Simulators</a:t>
            </a:r>
          </a:p>
        </p:txBody>
      </p:sp>
      <p:cxnSp>
        <p:nvCxnSpPr>
          <p:cNvPr id="26" name="Straight Connector 25">
            <a:extLst>
              <a:ext uri="{FF2B5EF4-FFF2-40B4-BE49-F238E27FC236}">
                <a16:creationId xmlns:a16="http://schemas.microsoft.com/office/drawing/2014/main" id="{799A8EBD-049C-48E6-97ED-C9102D78F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2376"/>
            <a:ext cx="5715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734F6DC-FC33-2E0E-7969-63737631DF39}"/>
              </a:ext>
            </a:extLst>
          </p:cNvPr>
          <p:cNvSpPr>
            <a:spLocks noGrp="1"/>
          </p:cNvSpPr>
          <p:nvPr>
            <p:ph idx="1"/>
          </p:nvPr>
        </p:nvSpPr>
        <p:spPr>
          <a:xfrm>
            <a:off x="700088" y="2235251"/>
            <a:ext cx="5958216" cy="3713109"/>
          </a:xfrm>
        </p:spPr>
        <p:txBody>
          <a:bodyPr>
            <a:normAutofit/>
          </a:bodyPr>
          <a:lstStyle/>
          <a:p>
            <a:pPr>
              <a:lnSpc>
                <a:spcPct val="100000"/>
              </a:lnSpc>
            </a:pPr>
            <a:r>
              <a:rPr lang="en-SG" sz="1700" err="1"/>
              <a:t>Tinkercad</a:t>
            </a:r>
            <a:r>
              <a:rPr lang="en-SG" sz="1700"/>
              <a:t> Circuits</a:t>
            </a:r>
          </a:p>
          <a:p>
            <a:pPr lvl="1">
              <a:lnSpc>
                <a:spcPct val="100000"/>
              </a:lnSpc>
            </a:pPr>
            <a:r>
              <a:rPr lang="en-SG" sz="1700"/>
              <a:t>Basic electronics</a:t>
            </a:r>
          </a:p>
          <a:p>
            <a:pPr lvl="1">
              <a:lnSpc>
                <a:spcPct val="100000"/>
              </a:lnSpc>
            </a:pPr>
            <a:r>
              <a:rPr lang="en-SG" sz="1700"/>
              <a:t>Arduino Uno</a:t>
            </a:r>
          </a:p>
          <a:p>
            <a:pPr lvl="1">
              <a:lnSpc>
                <a:spcPct val="100000"/>
              </a:lnSpc>
            </a:pPr>
            <a:r>
              <a:rPr lang="en-SG" sz="1700"/>
              <a:t>ATtiny85</a:t>
            </a:r>
          </a:p>
          <a:p>
            <a:pPr lvl="1">
              <a:lnSpc>
                <a:spcPct val="100000"/>
              </a:lnSpc>
            </a:pPr>
            <a:r>
              <a:rPr lang="en-SG" sz="1700" err="1"/>
              <a:t>Micro:bit</a:t>
            </a:r>
            <a:endParaRPr lang="en-SG" sz="1700"/>
          </a:p>
          <a:p>
            <a:pPr>
              <a:lnSpc>
                <a:spcPct val="100000"/>
              </a:lnSpc>
            </a:pPr>
            <a:r>
              <a:rPr lang="en-SG" sz="1700" err="1"/>
              <a:t>Wokwi</a:t>
            </a:r>
            <a:endParaRPr lang="en-SG" sz="1700"/>
          </a:p>
          <a:p>
            <a:pPr lvl="1">
              <a:lnSpc>
                <a:spcPct val="100000"/>
              </a:lnSpc>
            </a:pPr>
            <a:r>
              <a:rPr lang="en-SG" sz="1700"/>
              <a:t>Arduino Uno, Mega</a:t>
            </a:r>
          </a:p>
          <a:p>
            <a:pPr lvl="1">
              <a:lnSpc>
                <a:spcPct val="100000"/>
              </a:lnSpc>
            </a:pPr>
            <a:r>
              <a:rPr lang="en-SG" sz="1700"/>
              <a:t>ATtiny85</a:t>
            </a:r>
          </a:p>
          <a:p>
            <a:pPr lvl="1">
              <a:lnSpc>
                <a:spcPct val="100000"/>
              </a:lnSpc>
            </a:pPr>
            <a:r>
              <a:rPr lang="en-SG" sz="1700"/>
              <a:t>ESP32</a:t>
            </a:r>
          </a:p>
          <a:p>
            <a:pPr lvl="1">
              <a:lnSpc>
                <a:spcPct val="100000"/>
              </a:lnSpc>
            </a:pPr>
            <a:r>
              <a:rPr lang="en-SG" sz="1700"/>
              <a:t>STM32</a:t>
            </a:r>
          </a:p>
          <a:p>
            <a:pPr lvl="1">
              <a:lnSpc>
                <a:spcPct val="100000"/>
              </a:lnSpc>
            </a:pPr>
            <a:r>
              <a:rPr lang="en-SG" sz="1700"/>
              <a:t>Raspberry Pi Pico</a:t>
            </a:r>
          </a:p>
        </p:txBody>
      </p:sp>
      <p:pic>
        <p:nvPicPr>
          <p:cNvPr id="5" name="Picture 4">
            <a:extLst>
              <a:ext uri="{FF2B5EF4-FFF2-40B4-BE49-F238E27FC236}">
                <a16:creationId xmlns:a16="http://schemas.microsoft.com/office/drawing/2014/main" id="{C6DEECC4-C36B-D27D-0C7C-AC2C8D404EA3}"/>
              </a:ext>
            </a:extLst>
          </p:cNvPr>
          <p:cNvPicPr>
            <a:picLocks noChangeAspect="1"/>
          </p:cNvPicPr>
          <p:nvPr/>
        </p:nvPicPr>
        <p:blipFill>
          <a:blip r:embed="rId2"/>
          <a:stretch>
            <a:fillRect/>
          </a:stretch>
        </p:blipFill>
        <p:spPr>
          <a:xfrm>
            <a:off x="7465145" y="719455"/>
            <a:ext cx="3776809" cy="2596557"/>
          </a:xfrm>
          <a:prstGeom prst="rect">
            <a:avLst/>
          </a:prstGeom>
        </p:spPr>
      </p:pic>
      <p:cxnSp>
        <p:nvCxnSpPr>
          <p:cNvPr id="27" name="Straight Connector 26">
            <a:extLst>
              <a:ext uri="{FF2B5EF4-FFF2-40B4-BE49-F238E27FC236}">
                <a16:creationId xmlns:a16="http://schemas.microsoft.com/office/drawing/2014/main" id="{07AB7C5C-C091-4C25-B1BD-93E2F6948C9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8546"/>
            <a:ext cx="5715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928F883-79F8-0488-2D3B-6C311FD70147}"/>
              </a:ext>
            </a:extLst>
          </p:cNvPr>
          <p:cNvPicPr>
            <a:picLocks noChangeAspect="1"/>
          </p:cNvPicPr>
          <p:nvPr/>
        </p:nvPicPr>
        <p:blipFill>
          <a:blip r:embed="rId3"/>
          <a:stretch>
            <a:fillRect/>
          </a:stretch>
        </p:blipFill>
        <p:spPr>
          <a:xfrm>
            <a:off x="7315200" y="3764816"/>
            <a:ext cx="4076700" cy="2211609"/>
          </a:xfrm>
          <a:prstGeom prst="rect">
            <a:avLst/>
          </a:prstGeom>
        </p:spPr>
      </p:pic>
    </p:spTree>
    <p:extLst>
      <p:ext uri="{BB962C8B-B14F-4D97-AF65-F5344CB8AC3E}">
        <p14:creationId xmlns:p14="http://schemas.microsoft.com/office/powerpoint/2010/main" val="385488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E2E26-EE6E-E0A5-A92E-AC82BBE6827F}"/>
              </a:ext>
            </a:extLst>
          </p:cNvPr>
          <p:cNvSpPr>
            <a:spLocks noGrp="1"/>
          </p:cNvSpPr>
          <p:nvPr>
            <p:ph type="title"/>
          </p:nvPr>
        </p:nvSpPr>
        <p:spPr/>
        <p:txBody>
          <a:bodyPr/>
          <a:lstStyle/>
          <a:p>
            <a:r>
              <a:rPr lang="en-SG" dirty="0" err="1"/>
              <a:t>Micropython</a:t>
            </a:r>
            <a:r>
              <a:rPr lang="en-SG" dirty="0"/>
              <a:t> basics</a:t>
            </a:r>
          </a:p>
        </p:txBody>
      </p:sp>
      <p:pic>
        <p:nvPicPr>
          <p:cNvPr id="5" name="Picture 4">
            <a:extLst>
              <a:ext uri="{FF2B5EF4-FFF2-40B4-BE49-F238E27FC236}">
                <a16:creationId xmlns:a16="http://schemas.microsoft.com/office/drawing/2014/main" id="{2E16E1F4-3C2B-F65F-0986-B207304AB50E}"/>
              </a:ext>
            </a:extLst>
          </p:cNvPr>
          <p:cNvPicPr>
            <a:picLocks noChangeAspect="1"/>
          </p:cNvPicPr>
          <p:nvPr/>
        </p:nvPicPr>
        <p:blipFill>
          <a:blip r:embed="rId2"/>
          <a:stretch>
            <a:fillRect/>
          </a:stretch>
        </p:blipFill>
        <p:spPr>
          <a:xfrm>
            <a:off x="389350" y="1840450"/>
            <a:ext cx="5050728" cy="3538946"/>
          </a:xfrm>
          <a:prstGeom prst="rect">
            <a:avLst/>
          </a:prstGeom>
        </p:spPr>
      </p:pic>
      <p:pic>
        <p:nvPicPr>
          <p:cNvPr id="7" name="Picture 6">
            <a:extLst>
              <a:ext uri="{FF2B5EF4-FFF2-40B4-BE49-F238E27FC236}">
                <a16:creationId xmlns:a16="http://schemas.microsoft.com/office/drawing/2014/main" id="{7BA628F3-0C54-2F08-6AD8-5A26978FF80E}"/>
              </a:ext>
            </a:extLst>
          </p:cNvPr>
          <p:cNvPicPr>
            <a:picLocks noChangeAspect="1"/>
          </p:cNvPicPr>
          <p:nvPr/>
        </p:nvPicPr>
        <p:blipFill>
          <a:blip r:embed="rId3"/>
          <a:stretch>
            <a:fillRect/>
          </a:stretch>
        </p:blipFill>
        <p:spPr>
          <a:xfrm>
            <a:off x="5751363" y="1840450"/>
            <a:ext cx="6200634" cy="3476458"/>
          </a:xfrm>
          <a:prstGeom prst="rect">
            <a:avLst/>
          </a:prstGeom>
        </p:spPr>
      </p:pic>
      <p:sp>
        <p:nvSpPr>
          <p:cNvPr id="3" name="TextBox 2">
            <a:extLst>
              <a:ext uri="{FF2B5EF4-FFF2-40B4-BE49-F238E27FC236}">
                <a16:creationId xmlns:a16="http://schemas.microsoft.com/office/drawing/2014/main" id="{85143677-BE3F-262B-15A8-3F8E42B94005}"/>
              </a:ext>
            </a:extLst>
          </p:cNvPr>
          <p:cNvSpPr txBox="1"/>
          <p:nvPr/>
        </p:nvSpPr>
        <p:spPr>
          <a:xfrm>
            <a:off x="4105496" y="5568896"/>
            <a:ext cx="841897" cy="369332"/>
          </a:xfrm>
          <a:prstGeom prst="rect">
            <a:avLst/>
          </a:prstGeom>
          <a:noFill/>
        </p:spPr>
        <p:txBody>
          <a:bodyPr wrap="none" rtlCol="0">
            <a:spAutoFit/>
          </a:bodyPr>
          <a:lstStyle/>
          <a:p>
            <a:r>
              <a:rPr lang="en-SG" dirty="0">
                <a:hlinkClick r:id="rId4"/>
              </a:rPr>
              <a:t>ESP32</a:t>
            </a:r>
            <a:endParaRPr lang="en-SG" dirty="0"/>
          </a:p>
        </p:txBody>
      </p:sp>
      <p:sp>
        <p:nvSpPr>
          <p:cNvPr id="4" name="TextBox 3">
            <a:extLst>
              <a:ext uri="{FF2B5EF4-FFF2-40B4-BE49-F238E27FC236}">
                <a16:creationId xmlns:a16="http://schemas.microsoft.com/office/drawing/2014/main" id="{5B736A98-78B3-E189-8696-90C9DA4A92F5}"/>
              </a:ext>
            </a:extLst>
          </p:cNvPr>
          <p:cNvSpPr txBox="1"/>
          <p:nvPr/>
        </p:nvSpPr>
        <p:spPr>
          <a:xfrm>
            <a:off x="4947393" y="5563524"/>
            <a:ext cx="1949636" cy="369332"/>
          </a:xfrm>
          <a:prstGeom prst="rect">
            <a:avLst/>
          </a:prstGeom>
          <a:noFill/>
        </p:spPr>
        <p:txBody>
          <a:bodyPr wrap="none" rtlCol="0">
            <a:spAutoFit/>
          </a:bodyPr>
          <a:lstStyle/>
          <a:p>
            <a:r>
              <a:rPr lang="en-SG" dirty="0">
                <a:hlinkClick r:id="rId5"/>
              </a:rPr>
              <a:t>Raspberry Pi Pico</a:t>
            </a:r>
            <a:endParaRPr lang="en-SG" dirty="0"/>
          </a:p>
        </p:txBody>
      </p:sp>
      <p:sp>
        <p:nvSpPr>
          <p:cNvPr id="6" name="TextBox 5">
            <a:extLst>
              <a:ext uri="{FF2B5EF4-FFF2-40B4-BE49-F238E27FC236}">
                <a16:creationId xmlns:a16="http://schemas.microsoft.com/office/drawing/2014/main" id="{4936FC4F-0107-C1AC-04B4-0BF82772DEF6}"/>
              </a:ext>
            </a:extLst>
          </p:cNvPr>
          <p:cNvSpPr txBox="1"/>
          <p:nvPr/>
        </p:nvSpPr>
        <p:spPr>
          <a:xfrm>
            <a:off x="389350" y="5574268"/>
            <a:ext cx="3716146" cy="369332"/>
          </a:xfrm>
          <a:prstGeom prst="rect">
            <a:avLst/>
          </a:prstGeom>
          <a:noFill/>
        </p:spPr>
        <p:txBody>
          <a:bodyPr wrap="none" rtlCol="0">
            <a:spAutoFit/>
          </a:bodyPr>
          <a:lstStyle/>
          <a:p>
            <a:r>
              <a:rPr lang="en-SG" dirty="0" err="1"/>
              <a:t>MicroPython</a:t>
            </a:r>
            <a:r>
              <a:rPr lang="en-SG" dirty="0"/>
              <a:t> Getting Started Guide</a:t>
            </a:r>
          </a:p>
        </p:txBody>
      </p:sp>
    </p:spTree>
    <p:extLst>
      <p:ext uri="{BB962C8B-B14F-4D97-AF65-F5344CB8AC3E}">
        <p14:creationId xmlns:p14="http://schemas.microsoft.com/office/powerpoint/2010/main" val="390271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7145F-5983-28C9-5977-ACE6EF7348D9}"/>
              </a:ext>
            </a:extLst>
          </p:cNvPr>
          <p:cNvSpPr>
            <a:spLocks noGrp="1"/>
          </p:cNvSpPr>
          <p:nvPr>
            <p:ph type="title"/>
          </p:nvPr>
        </p:nvSpPr>
        <p:spPr/>
        <p:txBody>
          <a:bodyPr/>
          <a:lstStyle/>
          <a:p>
            <a:r>
              <a:rPr lang="en-SG" dirty="0" err="1"/>
              <a:t>Micropython</a:t>
            </a:r>
            <a:r>
              <a:rPr lang="en-SG" dirty="0"/>
              <a:t> basics</a:t>
            </a:r>
          </a:p>
        </p:txBody>
      </p:sp>
      <p:pic>
        <p:nvPicPr>
          <p:cNvPr id="4" name="Picture 3">
            <a:extLst>
              <a:ext uri="{FF2B5EF4-FFF2-40B4-BE49-F238E27FC236}">
                <a16:creationId xmlns:a16="http://schemas.microsoft.com/office/drawing/2014/main" id="{7EACBAE1-2C6D-07DF-94F5-13B2944C3EAF}"/>
              </a:ext>
            </a:extLst>
          </p:cNvPr>
          <p:cNvPicPr>
            <a:picLocks noChangeAspect="1"/>
          </p:cNvPicPr>
          <p:nvPr/>
        </p:nvPicPr>
        <p:blipFill>
          <a:blip r:embed="rId2"/>
          <a:stretch>
            <a:fillRect/>
          </a:stretch>
        </p:blipFill>
        <p:spPr>
          <a:xfrm>
            <a:off x="430760" y="2164354"/>
            <a:ext cx="5665240" cy="3534082"/>
          </a:xfrm>
          <a:prstGeom prst="rect">
            <a:avLst/>
          </a:prstGeom>
        </p:spPr>
      </p:pic>
      <p:pic>
        <p:nvPicPr>
          <p:cNvPr id="6" name="Picture 5">
            <a:extLst>
              <a:ext uri="{FF2B5EF4-FFF2-40B4-BE49-F238E27FC236}">
                <a16:creationId xmlns:a16="http://schemas.microsoft.com/office/drawing/2014/main" id="{A30459A1-D40B-024C-C366-98C3670E67A2}"/>
              </a:ext>
            </a:extLst>
          </p:cNvPr>
          <p:cNvPicPr>
            <a:picLocks noChangeAspect="1"/>
          </p:cNvPicPr>
          <p:nvPr/>
        </p:nvPicPr>
        <p:blipFill>
          <a:blip r:embed="rId3"/>
          <a:stretch>
            <a:fillRect/>
          </a:stretch>
        </p:blipFill>
        <p:spPr>
          <a:xfrm>
            <a:off x="6712829" y="826851"/>
            <a:ext cx="4951446" cy="4871585"/>
          </a:xfrm>
          <a:prstGeom prst="rect">
            <a:avLst/>
          </a:prstGeom>
        </p:spPr>
      </p:pic>
    </p:spTree>
    <p:extLst>
      <p:ext uri="{BB962C8B-B14F-4D97-AF65-F5344CB8AC3E}">
        <p14:creationId xmlns:p14="http://schemas.microsoft.com/office/powerpoint/2010/main" val="1595619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9F0D3-0746-8DC4-2572-CA81941725B4}"/>
              </a:ext>
            </a:extLst>
          </p:cNvPr>
          <p:cNvSpPr>
            <a:spLocks noGrp="1"/>
          </p:cNvSpPr>
          <p:nvPr>
            <p:ph type="title"/>
          </p:nvPr>
        </p:nvSpPr>
        <p:spPr/>
        <p:txBody>
          <a:bodyPr/>
          <a:lstStyle/>
          <a:p>
            <a:r>
              <a:rPr lang="en-SG" dirty="0" err="1"/>
              <a:t>Micropython</a:t>
            </a:r>
            <a:r>
              <a:rPr lang="en-SG" dirty="0"/>
              <a:t> basics</a:t>
            </a:r>
          </a:p>
        </p:txBody>
      </p:sp>
      <p:pic>
        <p:nvPicPr>
          <p:cNvPr id="4" name="Picture 3">
            <a:extLst>
              <a:ext uri="{FF2B5EF4-FFF2-40B4-BE49-F238E27FC236}">
                <a16:creationId xmlns:a16="http://schemas.microsoft.com/office/drawing/2014/main" id="{4FF769BE-31F6-2F91-4BAB-66664C28F1B0}"/>
              </a:ext>
            </a:extLst>
          </p:cNvPr>
          <p:cNvPicPr>
            <a:picLocks noChangeAspect="1"/>
          </p:cNvPicPr>
          <p:nvPr/>
        </p:nvPicPr>
        <p:blipFill>
          <a:blip r:embed="rId2"/>
          <a:stretch>
            <a:fillRect/>
          </a:stretch>
        </p:blipFill>
        <p:spPr>
          <a:xfrm>
            <a:off x="875733" y="1770750"/>
            <a:ext cx="4523118" cy="4308660"/>
          </a:xfrm>
          <a:prstGeom prst="rect">
            <a:avLst/>
          </a:prstGeom>
        </p:spPr>
      </p:pic>
      <p:pic>
        <p:nvPicPr>
          <p:cNvPr id="6" name="Picture 5">
            <a:extLst>
              <a:ext uri="{FF2B5EF4-FFF2-40B4-BE49-F238E27FC236}">
                <a16:creationId xmlns:a16="http://schemas.microsoft.com/office/drawing/2014/main" id="{A166D6D2-C39E-DBAB-0A97-514D369AFDFA}"/>
              </a:ext>
            </a:extLst>
          </p:cNvPr>
          <p:cNvPicPr>
            <a:picLocks noChangeAspect="1"/>
          </p:cNvPicPr>
          <p:nvPr/>
        </p:nvPicPr>
        <p:blipFill>
          <a:blip r:embed="rId3"/>
          <a:stretch>
            <a:fillRect/>
          </a:stretch>
        </p:blipFill>
        <p:spPr>
          <a:xfrm>
            <a:off x="7188062" y="1770750"/>
            <a:ext cx="3924848" cy="3877216"/>
          </a:xfrm>
          <a:prstGeom prst="rect">
            <a:avLst/>
          </a:prstGeom>
        </p:spPr>
      </p:pic>
    </p:spTree>
    <p:extLst>
      <p:ext uri="{BB962C8B-B14F-4D97-AF65-F5344CB8AC3E}">
        <p14:creationId xmlns:p14="http://schemas.microsoft.com/office/powerpoint/2010/main" val="4077144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E24227-2A19-C3CE-249B-8F5D3FD475B9}"/>
              </a:ext>
            </a:extLst>
          </p:cNvPr>
          <p:cNvSpPr>
            <a:spLocks noGrp="1"/>
          </p:cNvSpPr>
          <p:nvPr>
            <p:ph type="title"/>
          </p:nvPr>
        </p:nvSpPr>
        <p:spPr>
          <a:xfrm>
            <a:off x="704088" y="914400"/>
            <a:ext cx="3799763" cy="1473200"/>
          </a:xfrm>
        </p:spPr>
        <p:txBody>
          <a:bodyPr>
            <a:normAutofit/>
          </a:bodyPr>
          <a:lstStyle/>
          <a:p>
            <a:r>
              <a:rPr lang="en-SG" sz="3600"/>
              <a:t>Micropython basics</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DE851DD6-D2DA-9B7F-1ED5-CA292C0D5F93}"/>
              </a:ext>
            </a:extLst>
          </p:cNvPr>
          <p:cNvSpPr>
            <a:spLocks noGrp="1"/>
          </p:cNvSpPr>
          <p:nvPr>
            <p:ph idx="1"/>
          </p:nvPr>
        </p:nvSpPr>
        <p:spPr>
          <a:xfrm>
            <a:off x="704088" y="2387600"/>
            <a:ext cx="3799763" cy="3767328"/>
          </a:xfrm>
        </p:spPr>
        <p:txBody>
          <a:bodyPr>
            <a:normAutofit/>
          </a:bodyPr>
          <a:lstStyle/>
          <a:p>
            <a:r>
              <a:rPr lang="en-SG" dirty="0"/>
              <a:t>Importing libraries</a:t>
            </a:r>
          </a:p>
          <a:p>
            <a:r>
              <a:rPr lang="en-SG" dirty="0"/>
              <a:t>Import vs from … import</a:t>
            </a:r>
          </a:p>
        </p:txBody>
      </p:sp>
      <p:pic>
        <p:nvPicPr>
          <p:cNvPr id="4" name="Picture 3">
            <a:extLst>
              <a:ext uri="{FF2B5EF4-FFF2-40B4-BE49-F238E27FC236}">
                <a16:creationId xmlns:a16="http://schemas.microsoft.com/office/drawing/2014/main" id="{DD6B0412-88CC-2FD9-E205-F1A9F05CDAFE}"/>
              </a:ext>
            </a:extLst>
          </p:cNvPr>
          <p:cNvPicPr>
            <a:picLocks noChangeAspect="1"/>
          </p:cNvPicPr>
          <p:nvPr/>
        </p:nvPicPr>
        <p:blipFill>
          <a:blip r:embed="rId2"/>
          <a:srcRect r="940" b="2"/>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1836275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85CC6-A6DD-56D8-8D4F-140D98E28A12}"/>
              </a:ext>
            </a:extLst>
          </p:cNvPr>
          <p:cNvSpPr>
            <a:spLocks noGrp="1"/>
          </p:cNvSpPr>
          <p:nvPr>
            <p:ph type="title"/>
          </p:nvPr>
        </p:nvSpPr>
        <p:spPr/>
        <p:txBody>
          <a:bodyPr/>
          <a:lstStyle/>
          <a:p>
            <a:r>
              <a:rPr lang="en-SG" dirty="0"/>
              <a:t>Arduino (c/</a:t>
            </a:r>
            <a:r>
              <a:rPr lang="en-SG" dirty="0" err="1"/>
              <a:t>c++</a:t>
            </a:r>
            <a:r>
              <a:rPr lang="en-SG" dirty="0"/>
              <a:t>) basics</a:t>
            </a:r>
          </a:p>
        </p:txBody>
      </p:sp>
      <p:pic>
        <p:nvPicPr>
          <p:cNvPr id="5" name="Picture 4">
            <a:extLst>
              <a:ext uri="{FF2B5EF4-FFF2-40B4-BE49-F238E27FC236}">
                <a16:creationId xmlns:a16="http://schemas.microsoft.com/office/drawing/2014/main" id="{CE626B23-7E87-99A8-2FBD-DAA0FCAD290E}"/>
              </a:ext>
            </a:extLst>
          </p:cNvPr>
          <p:cNvPicPr>
            <a:picLocks noChangeAspect="1"/>
          </p:cNvPicPr>
          <p:nvPr/>
        </p:nvPicPr>
        <p:blipFill>
          <a:blip r:embed="rId2"/>
          <a:stretch>
            <a:fillRect/>
          </a:stretch>
        </p:blipFill>
        <p:spPr>
          <a:xfrm>
            <a:off x="800100" y="1869139"/>
            <a:ext cx="4318837" cy="3472982"/>
          </a:xfrm>
          <a:prstGeom prst="rect">
            <a:avLst/>
          </a:prstGeom>
        </p:spPr>
      </p:pic>
      <p:pic>
        <p:nvPicPr>
          <p:cNvPr id="7" name="Picture 6">
            <a:extLst>
              <a:ext uri="{FF2B5EF4-FFF2-40B4-BE49-F238E27FC236}">
                <a16:creationId xmlns:a16="http://schemas.microsoft.com/office/drawing/2014/main" id="{626C79D8-FEDF-4045-9448-B4FEE23C5E06}"/>
              </a:ext>
            </a:extLst>
          </p:cNvPr>
          <p:cNvPicPr>
            <a:picLocks noChangeAspect="1"/>
          </p:cNvPicPr>
          <p:nvPr/>
        </p:nvPicPr>
        <p:blipFill>
          <a:blip r:embed="rId3"/>
          <a:stretch>
            <a:fillRect/>
          </a:stretch>
        </p:blipFill>
        <p:spPr>
          <a:xfrm>
            <a:off x="5523069" y="1869139"/>
            <a:ext cx="5868831" cy="3985998"/>
          </a:xfrm>
          <a:prstGeom prst="rect">
            <a:avLst/>
          </a:prstGeom>
        </p:spPr>
      </p:pic>
      <p:sp>
        <p:nvSpPr>
          <p:cNvPr id="3" name="TextBox 2">
            <a:extLst>
              <a:ext uri="{FF2B5EF4-FFF2-40B4-BE49-F238E27FC236}">
                <a16:creationId xmlns:a16="http://schemas.microsoft.com/office/drawing/2014/main" id="{F7A84FAB-D90C-F4CF-EB26-C0CAD79ED8F2}"/>
              </a:ext>
            </a:extLst>
          </p:cNvPr>
          <p:cNvSpPr txBox="1"/>
          <p:nvPr/>
        </p:nvSpPr>
        <p:spPr>
          <a:xfrm>
            <a:off x="800100" y="5342121"/>
            <a:ext cx="4609082" cy="369332"/>
          </a:xfrm>
          <a:prstGeom prst="rect">
            <a:avLst/>
          </a:prstGeom>
          <a:noFill/>
        </p:spPr>
        <p:txBody>
          <a:bodyPr wrap="none" rtlCol="0">
            <a:spAutoFit/>
          </a:bodyPr>
          <a:lstStyle/>
          <a:p>
            <a:r>
              <a:rPr lang="en-SG" dirty="0"/>
              <a:t>Getting Started with the </a:t>
            </a:r>
            <a:r>
              <a:rPr lang="en-SG" dirty="0">
                <a:hlinkClick r:id="rId4"/>
              </a:rPr>
              <a:t>ESP32C3 Supermini</a:t>
            </a:r>
            <a:endParaRPr lang="en-SG" dirty="0"/>
          </a:p>
        </p:txBody>
      </p:sp>
      <p:sp>
        <p:nvSpPr>
          <p:cNvPr id="4" name="TextBox 3">
            <a:extLst>
              <a:ext uri="{FF2B5EF4-FFF2-40B4-BE49-F238E27FC236}">
                <a16:creationId xmlns:a16="http://schemas.microsoft.com/office/drawing/2014/main" id="{CA7C05C1-DC4C-616F-9862-08CFD8941F1D}"/>
              </a:ext>
            </a:extLst>
          </p:cNvPr>
          <p:cNvSpPr txBox="1"/>
          <p:nvPr/>
        </p:nvSpPr>
        <p:spPr>
          <a:xfrm>
            <a:off x="800100" y="5601162"/>
            <a:ext cx="2967223" cy="369332"/>
          </a:xfrm>
          <a:prstGeom prst="rect">
            <a:avLst/>
          </a:prstGeom>
          <a:noFill/>
        </p:spPr>
        <p:txBody>
          <a:bodyPr wrap="none" rtlCol="0">
            <a:spAutoFit/>
          </a:bodyPr>
          <a:lstStyle/>
          <a:p>
            <a:r>
              <a:rPr lang="en-SG" dirty="0">
                <a:hlinkClick r:id="rId5"/>
              </a:rPr>
              <a:t>Arduino-Pico </a:t>
            </a:r>
            <a:r>
              <a:rPr lang="en-SG" dirty="0" err="1">
                <a:hlinkClick r:id="rId5"/>
              </a:rPr>
              <a:t>ReadTheDocs</a:t>
            </a:r>
            <a:endParaRPr lang="en-SG" dirty="0"/>
          </a:p>
        </p:txBody>
      </p:sp>
    </p:spTree>
    <p:extLst>
      <p:ext uri="{BB962C8B-B14F-4D97-AF65-F5344CB8AC3E}">
        <p14:creationId xmlns:p14="http://schemas.microsoft.com/office/powerpoint/2010/main" val="3359153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984A-38A2-8201-BF87-E88209A1E855}"/>
              </a:ext>
            </a:extLst>
          </p:cNvPr>
          <p:cNvSpPr>
            <a:spLocks noGrp="1"/>
          </p:cNvSpPr>
          <p:nvPr>
            <p:ph type="title"/>
          </p:nvPr>
        </p:nvSpPr>
        <p:spPr/>
        <p:txBody>
          <a:bodyPr/>
          <a:lstStyle/>
          <a:p>
            <a:r>
              <a:rPr lang="en-SG" dirty="0"/>
              <a:t>Arduino (c/</a:t>
            </a:r>
            <a:r>
              <a:rPr lang="en-SG" dirty="0" err="1"/>
              <a:t>c++</a:t>
            </a:r>
            <a:r>
              <a:rPr lang="en-SG" dirty="0"/>
              <a:t>) basics</a:t>
            </a:r>
          </a:p>
        </p:txBody>
      </p:sp>
      <p:pic>
        <p:nvPicPr>
          <p:cNvPr id="4" name="Picture 3">
            <a:extLst>
              <a:ext uri="{FF2B5EF4-FFF2-40B4-BE49-F238E27FC236}">
                <a16:creationId xmlns:a16="http://schemas.microsoft.com/office/drawing/2014/main" id="{3AE7FE95-2CE8-D664-4954-D6B94CC98200}"/>
              </a:ext>
            </a:extLst>
          </p:cNvPr>
          <p:cNvPicPr>
            <a:picLocks noChangeAspect="1"/>
          </p:cNvPicPr>
          <p:nvPr/>
        </p:nvPicPr>
        <p:blipFill>
          <a:blip r:embed="rId2"/>
          <a:stretch>
            <a:fillRect/>
          </a:stretch>
        </p:blipFill>
        <p:spPr>
          <a:xfrm>
            <a:off x="800100" y="1810784"/>
            <a:ext cx="5801535" cy="4210638"/>
          </a:xfrm>
          <a:prstGeom prst="rect">
            <a:avLst/>
          </a:prstGeom>
        </p:spPr>
      </p:pic>
      <p:pic>
        <p:nvPicPr>
          <p:cNvPr id="6" name="Picture 5">
            <a:extLst>
              <a:ext uri="{FF2B5EF4-FFF2-40B4-BE49-F238E27FC236}">
                <a16:creationId xmlns:a16="http://schemas.microsoft.com/office/drawing/2014/main" id="{2B46F20E-9B8C-35F4-0EFF-DD741A878C0F}"/>
              </a:ext>
            </a:extLst>
          </p:cNvPr>
          <p:cNvPicPr>
            <a:picLocks noChangeAspect="1"/>
          </p:cNvPicPr>
          <p:nvPr/>
        </p:nvPicPr>
        <p:blipFill>
          <a:blip r:embed="rId3"/>
          <a:stretch>
            <a:fillRect/>
          </a:stretch>
        </p:blipFill>
        <p:spPr>
          <a:xfrm>
            <a:off x="6819262" y="914400"/>
            <a:ext cx="4572638" cy="5734850"/>
          </a:xfrm>
          <a:prstGeom prst="rect">
            <a:avLst/>
          </a:prstGeom>
        </p:spPr>
      </p:pic>
    </p:spTree>
    <p:extLst>
      <p:ext uri="{BB962C8B-B14F-4D97-AF65-F5344CB8AC3E}">
        <p14:creationId xmlns:p14="http://schemas.microsoft.com/office/powerpoint/2010/main" val="903359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D8ADE-45BA-365D-1D61-0985377407EE}"/>
              </a:ext>
            </a:extLst>
          </p:cNvPr>
          <p:cNvSpPr>
            <a:spLocks noGrp="1"/>
          </p:cNvSpPr>
          <p:nvPr>
            <p:ph type="title"/>
          </p:nvPr>
        </p:nvSpPr>
        <p:spPr/>
        <p:txBody>
          <a:bodyPr/>
          <a:lstStyle/>
          <a:p>
            <a:r>
              <a:rPr lang="en-SG" dirty="0"/>
              <a:t>Arduino (c/</a:t>
            </a:r>
            <a:r>
              <a:rPr lang="en-SG" dirty="0" err="1"/>
              <a:t>c++</a:t>
            </a:r>
            <a:r>
              <a:rPr lang="en-SG" dirty="0"/>
              <a:t>) basics</a:t>
            </a:r>
          </a:p>
        </p:txBody>
      </p:sp>
      <p:pic>
        <p:nvPicPr>
          <p:cNvPr id="4" name="Picture 3">
            <a:extLst>
              <a:ext uri="{FF2B5EF4-FFF2-40B4-BE49-F238E27FC236}">
                <a16:creationId xmlns:a16="http://schemas.microsoft.com/office/drawing/2014/main" id="{EEC4C46F-B5A1-5503-9573-41716A8805A4}"/>
              </a:ext>
            </a:extLst>
          </p:cNvPr>
          <p:cNvPicPr>
            <a:picLocks noChangeAspect="1"/>
          </p:cNvPicPr>
          <p:nvPr/>
        </p:nvPicPr>
        <p:blipFill>
          <a:blip r:embed="rId2"/>
          <a:stretch>
            <a:fillRect/>
          </a:stretch>
        </p:blipFill>
        <p:spPr>
          <a:xfrm>
            <a:off x="6439954" y="1568196"/>
            <a:ext cx="5165144" cy="4551463"/>
          </a:xfrm>
          <a:prstGeom prst="rect">
            <a:avLst/>
          </a:prstGeom>
        </p:spPr>
      </p:pic>
      <p:pic>
        <p:nvPicPr>
          <p:cNvPr id="5" name="Picture 4">
            <a:extLst>
              <a:ext uri="{FF2B5EF4-FFF2-40B4-BE49-F238E27FC236}">
                <a16:creationId xmlns:a16="http://schemas.microsoft.com/office/drawing/2014/main" id="{0DA1A3EE-1DB7-6266-703D-26A2E86F8108}"/>
              </a:ext>
            </a:extLst>
          </p:cNvPr>
          <p:cNvPicPr>
            <a:picLocks noChangeAspect="1"/>
          </p:cNvPicPr>
          <p:nvPr/>
        </p:nvPicPr>
        <p:blipFill>
          <a:blip r:embed="rId3"/>
          <a:stretch>
            <a:fillRect/>
          </a:stretch>
        </p:blipFill>
        <p:spPr>
          <a:xfrm>
            <a:off x="722145" y="2556812"/>
            <a:ext cx="5029902" cy="3562847"/>
          </a:xfrm>
          <a:prstGeom prst="rect">
            <a:avLst/>
          </a:prstGeom>
        </p:spPr>
      </p:pic>
    </p:spTree>
    <p:extLst>
      <p:ext uri="{BB962C8B-B14F-4D97-AF65-F5344CB8AC3E}">
        <p14:creationId xmlns:p14="http://schemas.microsoft.com/office/powerpoint/2010/main" val="2091538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11088-1B98-ACFA-E81F-D18B59C533A7}"/>
              </a:ext>
            </a:extLst>
          </p:cNvPr>
          <p:cNvSpPr>
            <a:spLocks noGrp="1"/>
          </p:cNvSpPr>
          <p:nvPr>
            <p:ph type="title"/>
          </p:nvPr>
        </p:nvSpPr>
        <p:spPr/>
        <p:txBody>
          <a:bodyPr/>
          <a:lstStyle/>
          <a:p>
            <a:r>
              <a:rPr lang="en-SG" dirty="0"/>
              <a:t>Arduino (c/</a:t>
            </a:r>
            <a:r>
              <a:rPr lang="en-SG" dirty="0" err="1"/>
              <a:t>c++</a:t>
            </a:r>
            <a:r>
              <a:rPr lang="en-SG" dirty="0"/>
              <a:t>) basics</a:t>
            </a:r>
          </a:p>
        </p:txBody>
      </p:sp>
      <p:pic>
        <p:nvPicPr>
          <p:cNvPr id="4" name="Picture 3">
            <a:extLst>
              <a:ext uri="{FF2B5EF4-FFF2-40B4-BE49-F238E27FC236}">
                <a16:creationId xmlns:a16="http://schemas.microsoft.com/office/drawing/2014/main" id="{AD9946CA-CA73-10F4-B44B-A63FCC6FD691}"/>
              </a:ext>
            </a:extLst>
          </p:cNvPr>
          <p:cNvPicPr>
            <a:picLocks noChangeAspect="1"/>
          </p:cNvPicPr>
          <p:nvPr/>
        </p:nvPicPr>
        <p:blipFill>
          <a:blip r:embed="rId2"/>
          <a:stretch>
            <a:fillRect/>
          </a:stretch>
        </p:blipFill>
        <p:spPr>
          <a:xfrm>
            <a:off x="700635" y="1623708"/>
            <a:ext cx="4231288" cy="4438611"/>
          </a:xfrm>
          <a:prstGeom prst="rect">
            <a:avLst/>
          </a:prstGeom>
        </p:spPr>
      </p:pic>
      <p:pic>
        <p:nvPicPr>
          <p:cNvPr id="6" name="Picture 5">
            <a:extLst>
              <a:ext uri="{FF2B5EF4-FFF2-40B4-BE49-F238E27FC236}">
                <a16:creationId xmlns:a16="http://schemas.microsoft.com/office/drawing/2014/main" id="{807EF4AF-2D58-3AEF-F7CB-F41AD1C5CB3C}"/>
              </a:ext>
            </a:extLst>
          </p:cNvPr>
          <p:cNvPicPr>
            <a:picLocks noChangeAspect="1"/>
          </p:cNvPicPr>
          <p:nvPr/>
        </p:nvPicPr>
        <p:blipFill>
          <a:blip r:embed="rId3"/>
          <a:stretch>
            <a:fillRect/>
          </a:stretch>
        </p:blipFill>
        <p:spPr>
          <a:xfrm>
            <a:off x="5737462" y="2404537"/>
            <a:ext cx="5753903" cy="2876951"/>
          </a:xfrm>
          <a:prstGeom prst="rect">
            <a:avLst/>
          </a:prstGeom>
        </p:spPr>
      </p:pic>
    </p:spTree>
    <p:extLst>
      <p:ext uri="{BB962C8B-B14F-4D97-AF65-F5344CB8AC3E}">
        <p14:creationId xmlns:p14="http://schemas.microsoft.com/office/powerpoint/2010/main" val="4079641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95576-D957-5A71-6FD9-A388C4786CA0}"/>
              </a:ext>
            </a:extLst>
          </p:cNvPr>
          <p:cNvSpPr>
            <a:spLocks noGrp="1"/>
          </p:cNvSpPr>
          <p:nvPr>
            <p:ph type="title"/>
          </p:nvPr>
        </p:nvSpPr>
        <p:spPr/>
        <p:txBody>
          <a:bodyPr/>
          <a:lstStyle/>
          <a:p>
            <a:r>
              <a:rPr lang="en-SG" dirty="0"/>
              <a:t>Arduino (c/</a:t>
            </a:r>
            <a:r>
              <a:rPr lang="en-SG" dirty="0" err="1"/>
              <a:t>c++</a:t>
            </a:r>
            <a:r>
              <a:rPr lang="en-SG" dirty="0"/>
              <a:t>) basics</a:t>
            </a:r>
          </a:p>
        </p:txBody>
      </p:sp>
      <p:pic>
        <p:nvPicPr>
          <p:cNvPr id="6" name="Picture 5">
            <a:extLst>
              <a:ext uri="{FF2B5EF4-FFF2-40B4-BE49-F238E27FC236}">
                <a16:creationId xmlns:a16="http://schemas.microsoft.com/office/drawing/2014/main" id="{5E997192-682F-7160-29FA-D3AF8DD2F4F1}"/>
              </a:ext>
            </a:extLst>
          </p:cNvPr>
          <p:cNvPicPr>
            <a:picLocks noChangeAspect="1"/>
          </p:cNvPicPr>
          <p:nvPr/>
        </p:nvPicPr>
        <p:blipFill>
          <a:blip r:embed="rId2"/>
          <a:stretch>
            <a:fillRect/>
          </a:stretch>
        </p:blipFill>
        <p:spPr>
          <a:xfrm>
            <a:off x="637413" y="2611282"/>
            <a:ext cx="5458587" cy="2705478"/>
          </a:xfrm>
          <a:prstGeom prst="rect">
            <a:avLst/>
          </a:prstGeom>
        </p:spPr>
      </p:pic>
      <p:pic>
        <p:nvPicPr>
          <p:cNvPr id="8" name="Picture 7">
            <a:extLst>
              <a:ext uri="{FF2B5EF4-FFF2-40B4-BE49-F238E27FC236}">
                <a16:creationId xmlns:a16="http://schemas.microsoft.com/office/drawing/2014/main" id="{4147D623-3C3F-022D-2B9A-3FFCF53846BE}"/>
              </a:ext>
            </a:extLst>
          </p:cNvPr>
          <p:cNvPicPr>
            <a:picLocks noChangeAspect="1"/>
          </p:cNvPicPr>
          <p:nvPr/>
        </p:nvPicPr>
        <p:blipFill>
          <a:blip r:embed="rId3"/>
          <a:stretch>
            <a:fillRect/>
          </a:stretch>
        </p:blipFill>
        <p:spPr>
          <a:xfrm>
            <a:off x="6548588" y="1059612"/>
            <a:ext cx="5087060" cy="5029902"/>
          </a:xfrm>
          <a:prstGeom prst="rect">
            <a:avLst/>
          </a:prstGeom>
        </p:spPr>
      </p:pic>
    </p:spTree>
    <p:extLst>
      <p:ext uri="{BB962C8B-B14F-4D97-AF65-F5344CB8AC3E}">
        <p14:creationId xmlns:p14="http://schemas.microsoft.com/office/powerpoint/2010/main" val="2110450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AFFB85-46E6-169C-C779-64F22E2204B9}"/>
              </a:ext>
            </a:extLst>
          </p:cNvPr>
          <p:cNvSpPr>
            <a:spLocks noGrp="1"/>
          </p:cNvSpPr>
          <p:nvPr>
            <p:ph type="title"/>
          </p:nvPr>
        </p:nvSpPr>
        <p:spPr/>
        <p:txBody>
          <a:bodyPr/>
          <a:lstStyle/>
          <a:p>
            <a:r>
              <a:rPr lang="en-SG" dirty="0"/>
              <a:t>Hands-on exercises</a:t>
            </a:r>
          </a:p>
        </p:txBody>
      </p:sp>
      <p:sp>
        <p:nvSpPr>
          <p:cNvPr id="5" name="Text Placeholder 4">
            <a:extLst>
              <a:ext uri="{FF2B5EF4-FFF2-40B4-BE49-F238E27FC236}">
                <a16:creationId xmlns:a16="http://schemas.microsoft.com/office/drawing/2014/main" id="{6BD234E2-FCD3-C1F8-6C84-3416A537B55F}"/>
              </a:ext>
            </a:extLst>
          </p:cNvPr>
          <p:cNvSpPr>
            <a:spLocks noGrp="1"/>
          </p:cNvSpPr>
          <p:nvPr>
            <p:ph type="body" idx="1"/>
          </p:nvPr>
        </p:nvSpPr>
        <p:spPr/>
        <p:txBody>
          <a:bodyPr/>
          <a:lstStyle/>
          <a:p>
            <a:endParaRPr lang="en-SG"/>
          </a:p>
        </p:txBody>
      </p:sp>
    </p:spTree>
    <p:extLst>
      <p:ext uri="{BB962C8B-B14F-4D97-AF65-F5344CB8AC3E}">
        <p14:creationId xmlns:p14="http://schemas.microsoft.com/office/powerpoint/2010/main" val="86246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41BCC5D-945D-C983-845B-103F3A9E3D44}"/>
              </a:ext>
            </a:extLst>
          </p:cNvPr>
          <p:cNvSpPr>
            <a:spLocks noGrp="1"/>
          </p:cNvSpPr>
          <p:nvPr>
            <p:ph type="title"/>
          </p:nvPr>
        </p:nvSpPr>
        <p:spPr>
          <a:xfrm>
            <a:off x="704088" y="917270"/>
            <a:ext cx="3819375" cy="3352767"/>
          </a:xfrm>
        </p:spPr>
        <p:txBody>
          <a:bodyPr>
            <a:normAutofit/>
          </a:bodyPr>
          <a:lstStyle/>
          <a:p>
            <a:r>
              <a:rPr lang="en-SG" dirty="0"/>
              <a:t>Introduction to </a:t>
            </a:r>
            <a:r>
              <a:rPr lang="en-SG" dirty="0" err="1"/>
              <a:t>Wokwi</a:t>
            </a:r>
            <a:endParaRPr lang="en-SG" dirty="0"/>
          </a:p>
        </p:txBody>
      </p:sp>
      <p:sp>
        <p:nvSpPr>
          <p:cNvPr id="5" name="Content Placeholder 4">
            <a:extLst>
              <a:ext uri="{FF2B5EF4-FFF2-40B4-BE49-F238E27FC236}">
                <a16:creationId xmlns:a16="http://schemas.microsoft.com/office/drawing/2014/main" id="{EDCC06ED-B8D6-B8E4-5E73-649690465D18}"/>
              </a:ext>
            </a:extLst>
          </p:cNvPr>
          <p:cNvSpPr>
            <a:spLocks noGrp="1"/>
          </p:cNvSpPr>
          <p:nvPr>
            <p:ph idx="1"/>
          </p:nvPr>
        </p:nvSpPr>
        <p:spPr>
          <a:xfrm>
            <a:off x="4770990" y="908957"/>
            <a:ext cx="6716922" cy="5223325"/>
          </a:xfrm>
        </p:spPr>
        <p:txBody>
          <a:bodyPr>
            <a:normAutofit/>
          </a:bodyPr>
          <a:lstStyle/>
          <a:p>
            <a:r>
              <a:rPr lang="en-SG" dirty="0"/>
              <a:t>online electronics simulator</a:t>
            </a:r>
          </a:p>
          <a:p>
            <a:r>
              <a:rPr lang="en-SG" dirty="0"/>
              <a:t>Supports multiple microcontroller families:</a:t>
            </a:r>
          </a:p>
          <a:p>
            <a:pPr lvl="1"/>
            <a:r>
              <a:rPr lang="en-SG" dirty="0"/>
              <a:t>Arduino</a:t>
            </a:r>
          </a:p>
          <a:p>
            <a:pPr lvl="1"/>
            <a:r>
              <a:rPr lang="en-SG" dirty="0"/>
              <a:t>ESP32</a:t>
            </a:r>
          </a:p>
          <a:p>
            <a:pPr lvl="1"/>
            <a:r>
              <a:rPr lang="en-SG" dirty="0"/>
              <a:t>Raspberry Pi Pico</a:t>
            </a:r>
          </a:p>
          <a:p>
            <a:pPr lvl="1"/>
            <a:r>
              <a:rPr lang="en-SG" dirty="0"/>
              <a:t>STM32</a:t>
            </a:r>
          </a:p>
          <a:p>
            <a:r>
              <a:rPr lang="en-SG" dirty="0"/>
              <a:t>Supports C/C++ and </a:t>
            </a:r>
            <a:r>
              <a:rPr lang="en-SG" dirty="0" err="1"/>
              <a:t>MicroPython</a:t>
            </a:r>
            <a:r>
              <a:rPr lang="en-SG" dirty="0"/>
              <a:t>, Rust</a:t>
            </a:r>
          </a:p>
          <a:p>
            <a:r>
              <a:rPr lang="en-SG" dirty="0"/>
              <a:t>Extensive component library</a:t>
            </a:r>
          </a:p>
          <a:p>
            <a:r>
              <a:rPr lang="en-SG" dirty="0"/>
              <a:t>Advanced features</a:t>
            </a:r>
          </a:p>
          <a:p>
            <a:pPr lvl="1"/>
            <a:r>
              <a:rPr lang="en-SG" dirty="0" err="1"/>
              <a:t>Wifi</a:t>
            </a:r>
            <a:r>
              <a:rPr lang="en-SG" dirty="0"/>
              <a:t> simulation</a:t>
            </a:r>
          </a:p>
          <a:p>
            <a:pPr lvl="1"/>
            <a:r>
              <a:rPr lang="en-SG" dirty="0"/>
              <a:t>Virtual logic </a:t>
            </a:r>
            <a:r>
              <a:rPr lang="en-SG" dirty="0" err="1"/>
              <a:t>analyzer</a:t>
            </a:r>
            <a:endParaRPr lang="en-SG" dirty="0"/>
          </a:p>
          <a:p>
            <a:pPr lvl="1"/>
            <a:r>
              <a:rPr lang="en-SG" dirty="0"/>
              <a:t>VS Code integration</a:t>
            </a:r>
          </a:p>
        </p:txBody>
      </p:sp>
      <p:cxnSp>
        <p:nvCxnSpPr>
          <p:cNvPr id="12" name="Straight Connector 11">
            <a:extLst>
              <a:ext uri="{FF2B5EF4-FFF2-40B4-BE49-F238E27FC236}">
                <a16:creationId xmlns:a16="http://schemas.microsoft.com/office/drawing/2014/main" id="{8230C0A8-3E5C-476B-A64B-4D4FDE8D5A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7388C94-CD20-7898-9610-774FB836F0A6}"/>
              </a:ext>
            </a:extLst>
          </p:cNvPr>
          <p:cNvPicPr>
            <a:picLocks noChangeAspect="1"/>
          </p:cNvPicPr>
          <p:nvPr/>
        </p:nvPicPr>
        <p:blipFill>
          <a:blip r:embed="rId2"/>
          <a:stretch>
            <a:fillRect/>
          </a:stretch>
        </p:blipFill>
        <p:spPr>
          <a:xfrm>
            <a:off x="640823" y="2392024"/>
            <a:ext cx="3882640" cy="3740258"/>
          </a:xfrm>
          <a:prstGeom prst="rect">
            <a:avLst/>
          </a:prstGeom>
        </p:spPr>
      </p:pic>
      <p:sp>
        <p:nvSpPr>
          <p:cNvPr id="8" name="TextBox 7">
            <a:extLst>
              <a:ext uri="{FF2B5EF4-FFF2-40B4-BE49-F238E27FC236}">
                <a16:creationId xmlns:a16="http://schemas.microsoft.com/office/drawing/2014/main" id="{7404FF0B-DC90-8870-498D-A653D943B506}"/>
              </a:ext>
            </a:extLst>
          </p:cNvPr>
          <p:cNvSpPr txBox="1"/>
          <p:nvPr/>
        </p:nvSpPr>
        <p:spPr>
          <a:xfrm>
            <a:off x="4770990" y="5764377"/>
            <a:ext cx="3122137" cy="369332"/>
          </a:xfrm>
          <a:prstGeom prst="rect">
            <a:avLst/>
          </a:prstGeom>
          <a:noFill/>
        </p:spPr>
        <p:txBody>
          <a:bodyPr wrap="none" rtlCol="0">
            <a:spAutoFit/>
          </a:bodyPr>
          <a:lstStyle/>
          <a:p>
            <a:r>
              <a:rPr lang="en-SG" dirty="0"/>
              <a:t>Website: </a:t>
            </a:r>
            <a:r>
              <a:rPr lang="en-SG" dirty="0">
                <a:hlinkClick r:id="rId3"/>
              </a:rPr>
              <a:t>https://wokwi.com/</a:t>
            </a:r>
            <a:endParaRPr lang="en-SG" dirty="0"/>
          </a:p>
        </p:txBody>
      </p:sp>
      <p:sp>
        <p:nvSpPr>
          <p:cNvPr id="9" name="TextBox 8">
            <a:extLst>
              <a:ext uri="{FF2B5EF4-FFF2-40B4-BE49-F238E27FC236}">
                <a16:creationId xmlns:a16="http://schemas.microsoft.com/office/drawing/2014/main" id="{CA88CE99-F0F3-EC21-F1F4-1B5AC919B86D}"/>
              </a:ext>
            </a:extLst>
          </p:cNvPr>
          <p:cNvSpPr txBox="1"/>
          <p:nvPr/>
        </p:nvSpPr>
        <p:spPr>
          <a:xfrm>
            <a:off x="4770990" y="6125809"/>
            <a:ext cx="2829044" cy="369332"/>
          </a:xfrm>
          <a:prstGeom prst="rect">
            <a:avLst/>
          </a:prstGeom>
          <a:noFill/>
        </p:spPr>
        <p:txBody>
          <a:bodyPr wrap="none" rtlCol="0">
            <a:spAutoFit/>
          </a:bodyPr>
          <a:lstStyle/>
          <a:p>
            <a:r>
              <a:rPr lang="en-SG" dirty="0" err="1">
                <a:hlinkClick r:id="rId4"/>
              </a:rPr>
              <a:t>Makerpro</a:t>
            </a:r>
            <a:r>
              <a:rPr lang="en-SG" dirty="0">
                <a:hlinkClick r:id="rId4"/>
              </a:rPr>
              <a:t> </a:t>
            </a:r>
            <a:r>
              <a:rPr lang="en-SG" dirty="0" err="1">
                <a:hlinkClick r:id="rId4"/>
              </a:rPr>
              <a:t>Wokwi</a:t>
            </a:r>
            <a:r>
              <a:rPr lang="en-SG" dirty="0">
                <a:hlinkClick r:id="rId4"/>
              </a:rPr>
              <a:t> Tutorial </a:t>
            </a:r>
            <a:endParaRPr lang="en-SG" dirty="0"/>
          </a:p>
        </p:txBody>
      </p:sp>
    </p:spTree>
    <p:extLst>
      <p:ext uri="{BB962C8B-B14F-4D97-AF65-F5344CB8AC3E}">
        <p14:creationId xmlns:p14="http://schemas.microsoft.com/office/powerpoint/2010/main" val="1871420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0F9BC3-193D-9B0A-C246-5008E2726E60}"/>
              </a:ext>
            </a:extLst>
          </p:cNvPr>
          <p:cNvSpPr>
            <a:spLocks noGrp="1"/>
          </p:cNvSpPr>
          <p:nvPr>
            <p:ph type="title"/>
          </p:nvPr>
        </p:nvSpPr>
        <p:spPr>
          <a:xfrm>
            <a:off x="704088" y="914400"/>
            <a:ext cx="10780776" cy="1180210"/>
          </a:xfrm>
        </p:spPr>
        <p:txBody>
          <a:bodyPr>
            <a:normAutofit/>
          </a:bodyPr>
          <a:lstStyle/>
          <a:p>
            <a:r>
              <a:rPr lang="en-SG"/>
              <a:t>Exercise 1: ESP32-c3 Hello world (C/C++)</a:t>
            </a:r>
          </a:p>
        </p:txBody>
      </p:sp>
      <p:cxnSp>
        <p:nvCxnSpPr>
          <p:cNvPr id="17" name="Straight Connector 16">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A5E0F63-A2C4-F1FD-333B-0FA30BD56904}"/>
              </a:ext>
            </a:extLst>
          </p:cNvPr>
          <p:cNvPicPr>
            <a:picLocks noChangeAspect="1"/>
          </p:cNvPicPr>
          <p:nvPr/>
        </p:nvPicPr>
        <p:blipFill>
          <a:blip r:embed="rId2"/>
          <a:stretch>
            <a:fillRect/>
          </a:stretch>
        </p:blipFill>
        <p:spPr>
          <a:xfrm>
            <a:off x="800098" y="2708241"/>
            <a:ext cx="5549902" cy="3454813"/>
          </a:xfrm>
          <a:prstGeom prst="rect">
            <a:avLst/>
          </a:prstGeom>
        </p:spPr>
      </p:pic>
      <p:sp>
        <p:nvSpPr>
          <p:cNvPr id="3" name="Content Placeholder 2">
            <a:extLst>
              <a:ext uri="{FF2B5EF4-FFF2-40B4-BE49-F238E27FC236}">
                <a16:creationId xmlns:a16="http://schemas.microsoft.com/office/drawing/2014/main" id="{184974FF-6355-DE3B-2655-8DA805DBF9B4}"/>
              </a:ext>
            </a:extLst>
          </p:cNvPr>
          <p:cNvSpPr>
            <a:spLocks noGrp="1"/>
          </p:cNvSpPr>
          <p:nvPr>
            <p:ph idx="1"/>
          </p:nvPr>
        </p:nvSpPr>
        <p:spPr>
          <a:xfrm>
            <a:off x="6664960" y="2346960"/>
            <a:ext cx="4819903" cy="3775456"/>
          </a:xfrm>
        </p:spPr>
        <p:txBody>
          <a:bodyPr>
            <a:normAutofit/>
          </a:bodyPr>
          <a:lstStyle/>
          <a:p>
            <a:pPr>
              <a:lnSpc>
                <a:spcPct val="100000"/>
              </a:lnSpc>
            </a:pPr>
            <a:r>
              <a:rPr lang="en-SG" sz="1300" dirty="0"/>
              <a:t>Go to the </a:t>
            </a:r>
            <a:r>
              <a:rPr lang="en-SG" sz="1300" dirty="0" err="1"/>
              <a:t>Wokwi</a:t>
            </a:r>
            <a:r>
              <a:rPr lang="en-SG" sz="1300" dirty="0"/>
              <a:t> website: </a:t>
            </a:r>
            <a:r>
              <a:rPr lang="en-SG" sz="1300" dirty="0">
                <a:hlinkClick r:id="rId3"/>
              </a:rPr>
              <a:t>https://wokwi.com</a:t>
            </a:r>
            <a:endParaRPr lang="en-SG" sz="1300" dirty="0"/>
          </a:p>
          <a:p>
            <a:pPr>
              <a:lnSpc>
                <a:spcPct val="100000"/>
              </a:lnSpc>
            </a:pPr>
            <a:r>
              <a:rPr lang="en-SG" sz="1300" dirty="0"/>
              <a:t>Select ESP32 simulation, then ESP32-C3 starter template</a:t>
            </a:r>
          </a:p>
          <a:p>
            <a:pPr>
              <a:lnSpc>
                <a:spcPct val="100000"/>
              </a:lnSpc>
            </a:pPr>
            <a:r>
              <a:rPr lang="en-SG" sz="1300" dirty="0"/>
              <a:t>Add an LED and a resistor as shown in the diagram</a:t>
            </a:r>
          </a:p>
          <a:p>
            <a:pPr>
              <a:lnSpc>
                <a:spcPct val="100000"/>
              </a:lnSpc>
            </a:pPr>
            <a:r>
              <a:rPr lang="en-SG" sz="1300" dirty="0"/>
              <a:t>Wire the components:</a:t>
            </a:r>
          </a:p>
          <a:p>
            <a:pPr lvl="1">
              <a:lnSpc>
                <a:spcPct val="100000"/>
              </a:lnSpc>
            </a:pPr>
            <a:r>
              <a:rPr lang="en-SG" sz="1300" dirty="0"/>
              <a:t>LED cathode to GND, anode to resistor to GPIO8</a:t>
            </a:r>
          </a:p>
          <a:p>
            <a:pPr lvl="1">
              <a:lnSpc>
                <a:spcPct val="100000"/>
              </a:lnSpc>
            </a:pPr>
            <a:r>
              <a:rPr lang="en-SG" sz="1300" dirty="0"/>
              <a:t>Set resistor value to 200 ohms</a:t>
            </a:r>
          </a:p>
          <a:p>
            <a:pPr>
              <a:lnSpc>
                <a:spcPct val="100000"/>
              </a:lnSpc>
            </a:pPr>
            <a:r>
              <a:rPr lang="en-SG" sz="1300" dirty="0"/>
              <a:t>Enter the code on the left panel.</a:t>
            </a:r>
          </a:p>
          <a:p>
            <a:pPr>
              <a:lnSpc>
                <a:spcPct val="100000"/>
              </a:lnSpc>
            </a:pPr>
            <a:r>
              <a:rPr lang="en-SG" sz="1300" dirty="0"/>
              <a:t>Start the simulation</a:t>
            </a:r>
          </a:p>
          <a:p>
            <a:pPr>
              <a:lnSpc>
                <a:spcPct val="100000"/>
              </a:lnSpc>
            </a:pPr>
            <a:r>
              <a:rPr lang="en-SG" sz="1300" dirty="0"/>
              <a:t>Try changing the delay interval and run the simulation again</a:t>
            </a:r>
          </a:p>
          <a:p>
            <a:pPr>
              <a:lnSpc>
                <a:spcPct val="100000"/>
              </a:lnSpc>
            </a:pPr>
            <a:endParaRPr lang="en-SG" sz="1300" dirty="0"/>
          </a:p>
          <a:p>
            <a:pPr lvl="1">
              <a:lnSpc>
                <a:spcPct val="100000"/>
              </a:lnSpc>
            </a:pPr>
            <a:endParaRPr lang="en-SG" sz="1300" dirty="0"/>
          </a:p>
          <a:p>
            <a:pPr>
              <a:lnSpc>
                <a:spcPct val="100000"/>
              </a:lnSpc>
            </a:pPr>
            <a:endParaRPr lang="en-SG" sz="1300" dirty="0"/>
          </a:p>
          <a:p>
            <a:pPr>
              <a:lnSpc>
                <a:spcPct val="100000"/>
              </a:lnSpc>
            </a:pPr>
            <a:endParaRPr lang="en-SG" sz="1300" dirty="0"/>
          </a:p>
        </p:txBody>
      </p:sp>
    </p:spTree>
    <p:extLst>
      <p:ext uri="{BB962C8B-B14F-4D97-AF65-F5344CB8AC3E}">
        <p14:creationId xmlns:p14="http://schemas.microsoft.com/office/powerpoint/2010/main" val="2725208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576319-881F-1B5A-D938-93F4A184E209}"/>
              </a:ext>
            </a:extLst>
          </p:cNvPr>
          <p:cNvSpPr>
            <a:spLocks noGrp="1"/>
          </p:cNvSpPr>
          <p:nvPr>
            <p:ph type="title"/>
          </p:nvPr>
        </p:nvSpPr>
        <p:spPr>
          <a:xfrm>
            <a:off x="704088" y="914400"/>
            <a:ext cx="6001512" cy="1307592"/>
          </a:xfrm>
        </p:spPr>
        <p:txBody>
          <a:bodyPr>
            <a:normAutofit/>
          </a:bodyPr>
          <a:lstStyle/>
          <a:p>
            <a:pPr>
              <a:lnSpc>
                <a:spcPct val="90000"/>
              </a:lnSpc>
            </a:pPr>
            <a:r>
              <a:rPr lang="en-SG" dirty="0"/>
              <a:t>Exercise 2: ESP32-C3 Hello world (</a:t>
            </a:r>
            <a:r>
              <a:rPr lang="en-SG" dirty="0" err="1"/>
              <a:t>mpy</a:t>
            </a:r>
            <a:r>
              <a:rPr lang="en-SG" dirty="0"/>
              <a:t>)</a:t>
            </a:r>
            <a:endParaRPr lang="en-SG"/>
          </a:p>
        </p:txBody>
      </p:sp>
      <p:cxnSp>
        <p:nvCxnSpPr>
          <p:cNvPr id="12" name="Straight Connector 11">
            <a:extLst>
              <a:ext uri="{FF2B5EF4-FFF2-40B4-BE49-F238E27FC236}">
                <a16:creationId xmlns:a16="http://schemas.microsoft.com/office/drawing/2014/main" id="{4583FD9E-C5A7-96F7-951D-7D292013CD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7FF150C-DB0D-45BA-6485-B8FDFE82A1F1}"/>
              </a:ext>
            </a:extLst>
          </p:cNvPr>
          <p:cNvSpPr>
            <a:spLocks noGrp="1"/>
          </p:cNvSpPr>
          <p:nvPr>
            <p:ph idx="1"/>
          </p:nvPr>
        </p:nvSpPr>
        <p:spPr>
          <a:xfrm>
            <a:off x="704088" y="2231136"/>
            <a:ext cx="6001512" cy="3931920"/>
          </a:xfrm>
        </p:spPr>
        <p:txBody>
          <a:bodyPr>
            <a:normAutofit fontScale="85000" lnSpcReduction="20000"/>
          </a:bodyPr>
          <a:lstStyle/>
          <a:p>
            <a:r>
              <a:rPr lang="en-SG" dirty="0"/>
              <a:t>Start a new </a:t>
            </a:r>
            <a:r>
              <a:rPr lang="en-SG" dirty="0" err="1"/>
              <a:t>MicroPython</a:t>
            </a:r>
            <a:r>
              <a:rPr lang="en-SG" dirty="0"/>
              <a:t> project</a:t>
            </a:r>
          </a:p>
          <a:p>
            <a:r>
              <a:rPr lang="en-SG" dirty="0"/>
              <a:t>Scroll down to Starter Project, select </a:t>
            </a:r>
            <a:r>
              <a:rPr lang="en-SG" dirty="0" err="1"/>
              <a:t>MicroPython</a:t>
            </a:r>
            <a:r>
              <a:rPr lang="en-SG" dirty="0"/>
              <a:t> on ESP32-C3</a:t>
            </a:r>
          </a:p>
          <a:p>
            <a:r>
              <a:rPr lang="en-SG" dirty="0"/>
              <a:t>Add an LED and a resistor</a:t>
            </a:r>
          </a:p>
          <a:p>
            <a:r>
              <a:rPr lang="en-SG" dirty="0"/>
              <a:t>Wire the components as shown</a:t>
            </a:r>
          </a:p>
          <a:p>
            <a:pPr lvl="1"/>
            <a:r>
              <a:rPr lang="en-SG" dirty="0"/>
              <a:t>LED: </a:t>
            </a:r>
            <a:r>
              <a:rPr lang="en-SG" dirty="0" err="1"/>
              <a:t>cathod</a:t>
            </a:r>
            <a:r>
              <a:rPr lang="en-SG" dirty="0"/>
              <a:t> to GND, anode to resistor to GPIO8</a:t>
            </a:r>
          </a:p>
          <a:p>
            <a:pPr lvl="1"/>
            <a:r>
              <a:rPr lang="en-SG" dirty="0"/>
              <a:t>Set resistor value to 200 ohms</a:t>
            </a:r>
          </a:p>
          <a:p>
            <a:r>
              <a:rPr lang="en-SG" dirty="0"/>
              <a:t>Enter the </a:t>
            </a:r>
            <a:r>
              <a:rPr lang="en-SG" dirty="0" err="1"/>
              <a:t>MicroPython</a:t>
            </a:r>
            <a:r>
              <a:rPr lang="en-SG" dirty="0"/>
              <a:t> code as shown</a:t>
            </a:r>
          </a:p>
          <a:p>
            <a:r>
              <a:rPr lang="en-SG" dirty="0"/>
              <a:t>Run the simulation</a:t>
            </a:r>
          </a:p>
          <a:p>
            <a:r>
              <a:rPr lang="en-SG" dirty="0"/>
              <a:t>Modify the program:</a:t>
            </a:r>
          </a:p>
          <a:p>
            <a:pPr lvl="1"/>
            <a:r>
              <a:rPr lang="en-SG" dirty="0"/>
              <a:t>Use </a:t>
            </a:r>
            <a:r>
              <a:rPr lang="en-SG" dirty="0" err="1"/>
              <a:t>led.toggle</a:t>
            </a:r>
            <a:r>
              <a:rPr lang="en-SG" dirty="0"/>
              <a:t>( ) instead of </a:t>
            </a:r>
            <a:r>
              <a:rPr lang="en-SG" dirty="0" err="1"/>
              <a:t>led.on</a:t>
            </a:r>
            <a:r>
              <a:rPr lang="en-SG" dirty="0"/>
              <a:t>( ) / </a:t>
            </a:r>
            <a:r>
              <a:rPr lang="en-SG" dirty="0" err="1"/>
              <a:t>led.off</a:t>
            </a:r>
            <a:r>
              <a:rPr lang="en-SG" dirty="0"/>
              <a:t>( )</a:t>
            </a:r>
          </a:p>
          <a:p>
            <a:pPr lvl="1"/>
            <a:r>
              <a:rPr lang="en-SG" dirty="0"/>
              <a:t>Change delay interval to 250 </a:t>
            </a:r>
            <a:r>
              <a:rPr lang="en-SG" dirty="0" err="1"/>
              <a:t>ms</a:t>
            </a:r>
            <a:endParaRPr lang="en-SG" dirty="0"/>
          </a:p>
        </p:txBody>
      </p:sp>
      <p:pic>
        <p:nvPicPr>
          <p:cNvPr id="5" name="Picture 4">
            <a:extLst>
              <a:ext uri="{FF2B5EF4-FFF2-40B4-BE49-F238E27FC236}">
                <a16:creationId xmlns:a16="http://schemas.microsoft.com/office/drawing/2014/main" id="{F389DA5F-9DED-8A20-98FE-93672666705B}"/>
              </a:ext>
            </a:extLst>
          </p:cNvPr>
          <p:cNvPicPr>
            <a:picLocks noChangeAspect="1"/>
          </p:cNvPicPr>
          <p:nvPr/>
        </p:nvPicPr>
        <p:blipFill>
          <a:blip r:embed="rId2"/>
          <a:stretch>
            <a:fillRect/>
          </a:stretch>
        </p:blipFill>
        <p:spPr>
          <a:xfrm>
            <a:off x="8170899" y="1196524"/>
            <a:ext cx="3772311" cy="1593801"/>
          </a:xfrm>
          <a:prstGeom prst="rect">
            <a:avLst/>
          </a:prstGeom>
        </p:spPr>
      </p:pic>
      <p:pic>
        <p:nvPicPr>
          <p:cNvPr id="7" name="Picture 6">
            <a:extLst>
              <a:ext uri="{FF2B5EF4-FFF2-40B4-BE49-F238E27FC236}">
                <a16:creationId xmlns:a16="http://schemas.microsoft.com/office/drawing/2014/main" id="{1B158796-553D-C851-29A6-F62FC00D644F}"/>
              </a:ext>
            </a:extLst>
          </p:cNvPr>
          <p:cNvPicPr>
            <a:picLocks noChangeAspect="1"/>
          </p:cNvPicPr>
          <p:nvPr/>
        </p:nvPicPr>
        <p:blipFill>
          <a:blip r:embed="rId3"/>
          <a:stretch>
            <a:fillRect/>
          </a:stretch>
        </p:blipFill>
        <p:spPr>
          <a:xfrm>
            <a:off x="6705600" y="2967310"/>
            <a:ext cx="5237610" cy="3337398"/>
          </a:xfrm>
          <a:prstGeom prst="rect">
            <a:avLst/>
          </a:prstGeom>
        </p:spPr>
      </p:pic>
    </p:spTree>
    <p:extLst>
      <p:ext uri="{BB962C8B-B14F-4D97-AF65-F5344CB8AC3E}">
        <p14:creationId xmlns:p14="http://schemas.microsoft.com/office/powerpoint/2010/main" val="3368586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71358-1372-9B35-983D-5F1CACCB4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40737-70E2-06F5-243B-A41B3B5C3592}"/>
              </a:ext>
            </a:extLst>
          </p:cNvPr>
          <p:cNvSpPr>
            <a:spLocks noGrp="1"/>
          </p:cNvSpPr>
          <p:nvPr>
            <p:ph type="title"/>
          </p:nvPr>
        </p:nvSpPr>
        <p:spPr>
          <a:xfrm>
            <a:off x="704088" y="914400"/>
            <a:ext cx="10780776" cy="1180210"/>
          </a:xfrm>
        </p:spPr>
        <p:txBody>
          <a:bodyPr>
            <a:normAutofit/>
          </a:bodyPr>
          <a:lstStyle/>
          <a:p>
            <a:r>
              <a:rPr lang="en-SG" dirty="0"/>
              <a:t>Exercise 3: RP2040 HELLO (</a:t>
            </a:r>
            <a:r>
              <a:rPr lang="en-SG" dirty="0" err="1"/>
              <a:t>Micropython</a:t>
            </a:r>
            <a:r>
              <a:rPr lang="en-SG" dirty="0"/>
              <a:t>)</a:t>
            </a:r>
          </a:p>
        </p:txBody>
      </p:sp>
      <p:sp>
        <p:nvSpPr>
          <p:cNvPr id="3" name="Content Placeholder 2">
            <a:extLst>
              <a:ext uri="{FF2B5EF4-FFF2-40B4-BE49-F238E27FC236}">
                <a16:creationId xmlns:a16="http://schemas.microsoft.com/office/drawing/2014/main" id="{33C536F4-31D6-81C4-0B38-260707360B7B}"/>
              </a:ext>
            </a:extLst>
          </p:cNvPr>
          <p:cNvSpPr>
            <a:spLocks noGrp="1"/>
          </p:cNvSpPr>
          <p:nvPr>
            <p:ph idx="1"/>
          </p:nvPr>
        </p:nvSpPr>
        <p:spPr>
          <a:xfrm>
            <a:off x="838092" y="1802211"/>
            <a:ext cx="4819903" cy="3775456"/>
          </a:xfrm>
        </p:spPr>
        <p:txBody>
          <a:bodyPr>
            <a:normAutofit fontScale="70000" lnSpcReduction="20000"/>
          </a:bodyPr>
          <a:lstStyle/>
          <a:p>
            <a:r>
              <a:rPr lang="en-SG" dirty="0"/>
              <a:t>Start a new </a:t>
            </a:r>
            <a:r>
              <a:rPr lang="en-SG" dirty="0" err="1"/>
              <a:t>MicroPython</a:t>
            </a:r>
            <a:r>
              <a:rPr lang="en-SG" dirty="0"/>
              <a:t> project</a:t>
            </a:r>
          </a:p>
          <a:p>
            <a:r>
              <a:rPr lang="en-SG" dirty="0"/>
              <a:t>Scroll down to Starter Project, select </a:t>
            </a:r>
            <a:r>
              <a:rPr lang="en-SG" dirty="0" err="1"/>
              <a:t>MicroPython</a:t>
            </a:r>
            <a:r>
              <a:rPr lang="en-SG" dirty="0"/>
              <a:t> on Raspberry Pi Pico</a:t>
            </a:r>
          </a:p>
          <a:p>
            <a:r>
              <a:rPr lang="en-SG" dirty="0"/>
              <a:t>Add an LED and a resistor</a:t>
            </a:r>
          </a:p>
          <a:p>
            <a:r>
              <a:rPr lang="en-SG" dirty="0"/>
              <a:t>Wire the components as shown</a:t>
            </a:r>
          </a:p>
          <a:p>
            <a:pPr lvl="1"/>
            <a:r>
              <a:rPr lang="en-SG" dirty="0"/>
              <a:t>LED: cathode to GND, anode to resistor to GPIO8</a:t>
            </a:r>
          </a:p>
          <a:p>
            <a:pPr lvl="1"/>
            <a:r>
              <a:rPr lang="en-SG" dirty="0"/>
              <a:t>Set resistor value to 200 ohms</a:t>
            </a:r>
          </a:p>
          <a:p>
            <a:r>
              <a:rPr lang="en-SG" dirty="0"/>
              <a:t>Enter the </a:t>
            </a:r>
            <a:r>
              <a:rPr lang="en-SG" dirty="0" err="1"/>
              <a:t>MicroPython</a:t>
            </a:r>
            <a:r>
              <a:rPr lang="en-SG" dirty="0"/>
              <a:t> code as shown</a:t>
            </a:r>
          </a:p>
          <a:p>
            <a:r>
              <a:rPr lang="en-SG" dirty="0"/>
              <a:t>Run the simulation</a:t>
            </a:r>
          </a:p>
          <a:p>
            <a:r>
              <a:rPr lang="en-SG" dirty="0"/>
              <a:t>Modify the program:</a:t>
            </a:r>
          </a:p>
          <a:p>
            <a:pPr lvl="1"/>
            <a:r>
              <a:rPr lang="en-SG" dirty="0"/>
              <a:t>Use </a:t>
            </a:r>
            <a:r>
              <a:rPr lang="en-SG" dirty="0" err="1"/>
              <a:t>led.toggle</a:t>
            </a:r>
            <a:r>
              <a:rPr lang="en-SG" dirty="0"/>
              <a:t>( ) instead of </a:t>
            </a:r>
            <a:r>
              <a:rPr lang="en-SG" dirty="0" err="1"/>
              <a:t>led.value</a:t>
            </a:r>
            <a:r>
              <a:rPr lang="en-SG" dirty="0"/>
              <a:t>(1 ) / </a:t>
            </a:r>
            <a:r>
              <a:rPr lang="en-SG" dirty="0" err="1"/>
              <a:t>led.value</a:t>
            </a:r>
            <a:r>
              <a:rPr lang="en-SG" dirty="0"/>
              <a:t>(0 )</a:t>
            </a:r>
          </a:p>
          <a:p>
            <a:pPr lvl="1"/>
            <a:r>
              <a:rPr lang="en-SG" dirty="0"/>
              <a:t>Change delay interval to 1 s</a:t>
            </a:r>
          </a:p>
          <a:p>
            <a:pPr>
              <a:lnSpc>
                <a:spcPct val="100000"/>
              </a:lnSpc>
            </a:pPr>
            <a:endParaRPr lang="en-SG" sz="1300" dirty="0"/>
          </a:p>
          <a:p>
            <a:pPr>
              <a:lnSpc>
                <a:spcPct val="100000"/>
              </a:lnSpc>
            </a:pPr>
            <a:endParaRPr lang="en-SG" sz="1300" dirty="0"/>
          </a:p>
        </p:txBody>
      </p:sp>
      <p:pic>
        <p:nvPicPr>
          <p:cNvPr id="6" name="Picture 5">
            <a:extLst>
              <a:ext uri="{FF2B5EF4-FFF2-40B4-BE49-F238E27FC236}">
                <a16:creationId xmlns:a16="http://schemas.microsoft.com/office/drawing/2014/main" id="{7DE3A081-13B9-A5F0-AD10-B7245D007BA7}"/>
              </a:ext>
            </a:extLst>
          </p:cNvPr>
          <p:cNvPicPr>
            <a:picLocks noChangeAspect="1"/>
          </p:cNvPicPr>
          <p:nvPr/>
        </p:nvPicPr>
        <p:blipFill>
          <a:blip r:embed="rId2"/>
          <a:stretch>
            <a:fillRect/>
          </a:stretch>
        </p:blipFill>
        <p:spPr>
          <a:xfrm>
            <a:off x="7402749" y="1720601"/>
            <a:ext cx="4301593" cy="1828017"/>
          </a:xfrm>
          <a:prstGeom prst="rect">
            <a:avLst/>
          </a:prstGeom>
        </p:spPr>
      </p:pic>
      <p:pic>
        <p:nvPicPr>
          <p:cNvPr id="8" name="Picture 7">
            <a:extLst>
              <a:ext uri="{FF2B5EF4-FFF2-40B4-BE49-F238E27FC236}">
                <a16:creationId xmlns:a16="http://schemas.microsoft.com/office/drawing/2014/main" id="{2CAD5480-8516-F4C9-A59C-E4470573BFFF}"/>
              </a:ext>
            </a:extLst>
          </p:cNvPr>
          <p:cNvPicPr>
            <a:picLocks noChangeAspect="1"/>
          </p:cNvPicPr>
          <p:nvPr/>
        </p:nvPicPr>
        <p:blipFill>
          <a:blip r:embed="rId3"/>
          <a:stretch>
            <a:fillRect/>
          </a:stretch>
        </p:blipFill>
        <p:spPr>
          <a:xfrm>
            <a:off x="5791999" y="3689940"/>
            <a:ext cx="5912343" cy="2522239"/>
          </a:xfrm>
          <a:prstGeom prst="rect">
            <a:avLst/>
          </a:prstGeom>
        </p:spPr>
      </p:pic>
    </p:spTree>
    <p:extLst>
      <p:ext uri="{BB962C8B-B14F-4D97-AF65-F5344CB8AC3E}">
        <p14:creationId xmlns:p14="http://schemas.microsoft.com/office/powerpoint/2010/main" val="353048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71B53-EFA0-BA05-FB6F-2E3DE2185909}"/>
              </a:ext>
            </a:extLst>
          </p:cNvPr>
          <p:cNvSpPr>
            <a:spLocks noGrp="1"/>
          </p:cNvSpPr>
          <p:nvPr>
            <p:ph type="title"/>
          </p:nvPr>
        </p:nvSpPr>
        <p:spPr/>
        <p:txBody>
          <a:bodyPr/>
          <a:lstStyle/>
          <a:p>
            <a:r>
              <a:rPr lang="en-SG" dirty="0"/>
              <a:t>Exercise 4: esp32c3 controlling led w/</a:t>
            </a:r>
            <a:r>
              <a:rPr lang="en-SG" dirty="0" err="1"/>
              <a:t>pwm</a:t>
            </a:r>
            <a:endParaRPr lang="en-SG" dirty="0"/>
          </a:p>
        </p:txBody>
      </p:sp>
      <p:sp>
        <p:nvSpPr>
          <p:cNvPr id="3" name="Content Placeholder 2">
            <a:extLst>
              <a:ext uri="{FF2B5EF4-FFF2-40B4-BE49-F238E27FC236}">
                <a16:creationId xmlns:a16="http://schemas.microsoft.com/office/drawing/2014/main" id="{8ACF53E9-5559-8BDA-6C48-E4631AB88218}"/>
              </a:ext>
            </a:extLst>
          </p:cNvPr>
          <p:cNvSpPr>
            <a:spLocks noGrp="1"/>
          </p:cNvSpPr>
          <p:nvPr>
            <p:ph sz="half" idx="1"/>
          </p:nvPr>
        </p:nvSpPr>
        <p:spPr/>
        <p:txBody>
          <a:bodyPr>
            <a:normAutofit fontScale="77500" lnSpcReduction="20000"/>
          </a:bodyPr>
          <a:lstStyle/>
          <a:p>
            <a:r>
              <a:rPr lang="en-SG" dirty="0"/>
              <a:t>Start a GenAI chat (</a:t>
            </a:r>
            <a:r>
              <a:rPr lang="en-SG" dirty="0" err="1"/>
              <a:t>deepseek</a:t>
            </a:r>
            <a:r>
              <a:rPr lang="en-SG" dirty="0"/>
              <a:t>, </a:t>
            </a:r>
            <a:r>
              <a:rPr lang="en-SG" dirty="0" err="1"/>
              <a:t>gemini</a:t>
            </a:r>
            <a:r>
              <a:rPr lang="en-SG" dirty="0"/>
              <a:t>)</a:t>
            </a:r>
          </a:p>
          <a:p>
            <a:r>
              <a:rPr lang="en-SG" dirty="0"/>
              <a:t>Write a prompt, asking GenAI for advice on writing a </a:t>
            </a:r>
            <a:r>
              <a:rPr lang="en-SG" dirty="0" err="1"/>
              <a:t>micropython</a:t>
            </a:r>
            <a:r>
              <a:rPr lang="en-SG" dirty="0"/>
              <a:t> program for the ESP32C3 to read input values from a potentiometer and use it to control the intensity of an LED.</a:t>
            </a:r>
          </a:p>
          <a:p>
            <a:r>
              <a:rPr lang="en-SG" dirty="0"/>
              <a:t>Start a </a:t>
            </a:r>
            <a:r>
              <a:rPr lang="en-SG" dirty="0" err="1"/>
              <a:t>Wokwi</a:t>
            </a:r>
            <a:r>
              <a:rPr lang="en-SG" dirty="0"/>
              <a:t> ESP32C3 </a:t>
            </a:r>
            <a:r>
              <a:rPr lang="en-SG" dirty="0" err="1"/>
              <a:t>micropython</a:t>
            </a:r>
            <a:r>
              <a:rPr lang="en-SG" dirty="0"/>
              <a:t> project. Examine the GenAI code, add components and wire the circuit.</a:t>
            </a:r>
          </a:p>
          <a:p>
            <a:r>
              <a:rPr lang="en-SG" dirty="0"/>
              <a:t>Copy the code to </a:t>
            </a:r>
            <a:r>
              <a:rPr lang="en-SG" dirty="0" err="1"/>
              <a:t>Wokwi</a:t>
            </a:r>
            <a:r>
              <a:rPr lang="en-SG" dirty="0"/>
              <a:t> and run the simulation.</a:t>
            </a:r>
          </a:p>
          <a:p>
            <a:r>
              <a:rPr lang="en-SG" dirty="0"/>
              <a:t>Did the simulation work?</a:t>
            </a:r>
          </a:p>
          <a:p>
            <a:r>
              <a:rPr lang="en-SG" dirty="0"/>
              <a:t>Determine the problem (if any) and ask GenAI to generate an updated program.</a:t>
            </a:r>
          </a:p>
          <a:p>
            <a:r>
              <a:rPr lang="en-SG" dirty="0"/>
              <a:t>Repeat the process until you get a working program.</a:t>
            </a:r>
          </a:p>
        </p:txBody>
      </p:sp>
      <p:pic>
        <p:nvPicPr>
          <p:cNvPr id="6" name="Picture 5">
            <a:extLst>
              <a:ext uri="{FF2B5EF4-FFF2-40B4-BE49-F238E27FC236}">
                <a16:creationId xmlns:a16="http://schemas.microsoft.com/office/drawing/2014/main" id="{EC3DF769-FA0A-E305-5F37-18BA75366952}"/>
              </a:ext>
            </a:extLst>
          </p:cNvPr>
          <p:cNvPicPr>
            <a:picLocks noChangeAspect="1"/>
          </p:cNvPicPr>
          <p:nvPr/>
        </p:nvPicPr>
        <p:blipFill>
          <a:blip r:embed="rId2"/>
          <a:stretch>
            <a:fillRect/>
          </a:stretch>
        </p:blipFill>
        <p:spPr>
          <a:xfrm>
            <a:off x="6735029" y="1761892"/>
            <a:ext cx="4385254" cy="1537915"/>
          </a:xfrm>
          <a:prstGeom prst="rect">
            <a:avLst/>
          </a:prstGeom>
        </p:spPr>
      </p:pic>
      <p:pic>
        <p:nvPicPr>
          <p:cNvPr id="8" name="Picture 7">
            <a:extLst>
              <a:ext uri="{FF2B5EF4-FFF2-40B4-BE49-F238E27FC236}">
                <a16:creationId xmlns:a16="http://schemas.microsoft.com/office/drawing/2014/main" id="{A662C56C-389A-ED6A-5FC0-0DCB37C2B538}"/>
              </a:ext>
            </a:extLst>
          </p:cNvPr>
          <p:cNvPicPr>
            <a:picLocks noChangeAspect="1"/>
          </p:cNvPicPr>
          <p:nvPr/>
        </p:nvPicPr>
        <p:blipFill>
          <a:blip r:embed="rId3"/>
          <a:stretch>
            <a:fillRect/>
          </a:stretch>
        </p:blipFill>
        <p:spPr>
          <a:xfrm>
            <a:off x="7026090" y="3299807"/>
            <a:ext cx="3803132" cy="2788963"/>
          </a:xfrm>
          <a:prstGeom prst="rect">
            <a:avLst/>
          </a:prstGeom>
        </p:spPr>
      </p:pic>
    </p:spTree>
    <p:extLst>
      <p:ext uri="{BB962C8B-B14F-4D97-AF65-F5344CB8AC3E}">
        <p14:creationId xmlns:p14="http://schemas.microsoft.com/office/powerpoint/2010/main" val="1673244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48ACF-E82A-9E6A-2644-721110722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57CFB-2FA9-0F16-E3CE-66F76C15D287}"/>
              </a:ext>
            </a:extLst>
          </p:cNvPr>
          <p:cNvSpPr>
            <a:spLocks noGrp="1"/>
          </p:cNvSpPr>
          <p:nvPr>
            <p:ph type="title"/>
          </p:nvPr>
        </p:nvSpPr>
        <p:spPr/>
        <p:txBody>
          <a:bodyPr/>
          <a:lstStyle/>
          <a:p>
            <a:r>
              <a:rPr lang="en-SG" dirty="0"/>
              <a:t>Exercise 5: Pi </a:t>
            </a:r>
            <a:r>
              <a:rPr lang="en-SG" dirty="0" err="1"/>
              <a:t>pico</a:t>
            </a:r>
            <a:r>
              <a:rPr lang="en-SG" dirty="0"/>
              <a:t> </a:t>
            </a:r>
            <a:r>
              <a:rPr lang="en-SG" dirty="0" err="1"/>
              <a:t>neopixel</a:t>
            </a:r>
            <a:r>
              <a:rPr lang="en-SG" dirty="0"/>
              <a:t> control</a:t>
            </a:r>
          </a:p>
        </p:txBody>
      </p:sp>
      <p:sp>
        <p:nvSpPr>
          <p:cNvPr id="3" name="Content Placeholder 2">
            <a:extLst>
              <a:ext uri="{FF2B5EF4-FFF2-40B4-BE49-F238E27FC236}">
                <a16:creationId xmlns:a16="http://schemas.microsoft.com/office/drawing/2014/main" id="{41E48C71-55D0-1B3C-BB17-5D6A6C1DDD4A}"/>
              </a:ext>
            </a:extLst>
          </p:cNvPr>
          <p:cNvSpPr>
            <a:spLocks noGrp="1"/>
          </p:cNvSpPr>
          <p:nvPr>
            <p:ph sz="half" idx="1"/>
          </p:nvPr>
        </p:nvSpPr>
        <p:spPr/>
        <p:txBody>
          <a:bodyPr>
            <a:normAutofit fontScale="70000" lnSpcReduction="20000"/>
          </a:bodyPr>
          <a:lstStyle/>
          <a:p>
            <a:r>
              <a:rPr lang="en-SG" dirty="0"/>
              <a:t>Start a GenAI chat (</a:t>
            </a:r>
            <a:r>
              <a:rPr lang="en-SG" dirty="0" err="1"/>
              <a:t>deepseek</a:t>
            </a:r>
            <a:r>
              <a:rPr lang="en-SG" dirty="0"/>
              <a:t>, </a:t>
            </a:r>
            <a:r>
              <a:rPr lang="en-SG" dirty="0" err="1"/>
              <a:t>gemini</a:t>
            </a:r>
            <a:r>
              <a:rPr lang="en-SG" dirty="0"/>
              <a:t>)</a:t>
            </a:r>
          </a:p>
          <a:p>
            <a:r>
              <a:rPr lang="en-SG" dirty="0"/>
              <a:t>Write a prompt, asking GenAI for advice on writing a </a:t>
            </a:r>
            <a:r>
              <a:rPr lang="en-SG" dirty="0" err="1"/>
              <a:t>micropython</a:t>
            </a:r>
            <a:r>
              <a:rPr lang="en-SG" dirty="0"/>
              <a:t> program to control a </a:t>
            </a:r>
            <a:r>
              <a:rPr lang="en-SG" dirty="0" err="1"/>
              <a:t>neopixel</a:t>
            </a:r>
            <a:r>
              <a:rPr lang="en-SG" dirty="0"/>
              <a:t> ring display using a pushbutton connected to a Pi Pico board. The LEDs start in the OFF state. Each time the pushbutton is pressed, the LEDs will cycle through different </a:t>
            </a:r>
            <a:r>
              <a:rPr lang="en-SG" dirty="0" err="1"/>
              <a:t>colors</a:t>
            </a:r>
            <a:r>
              <a:rPr lang="en-SG" dirty="0"/>
              <a:t>, e.g. red, green, blue, then OFF.</a:t>
            </a:r>
          </a:p>
          <a:p>
            <a:r>
              <a:rPr lang="en-SG" dirty="0"/>
              <a:t>Start a </a:t>
            </a:r>
            <a:r>
              <a:rPr lang="en-SG" dirty="0" err="1"/>
              <a:t>Wokwi</a:t>
            </a:r>
            <a:r>
              <a:rPr lang="en-SG" dirty="0"/>
              <a:t> Raspberry Pi Pico </a:t>
            </a:r>
            <a:r>
              <a:rPr lang="en-SG" dirty="0" err="1"/>
              <a:t>micropython</a:t>
            </a:r>
            <a:r>
              <a:rPr lang="en-SG" dirty="0"/>
              <a:t> project. Examine the GenAI code, add components and wire the circuit.</a:t>
            </a:r>
          </a:p>
          <a:p>
            <a:r>
              <a:rPr lang="en-SG" dirty="0"/>
              <a:t>Copy the code to </a:t>
            </a:r>
            <a:r>
              <a:rPr lang="en-SG" dirty="0" err="1"/>
              <a:t>Wokwi</a:t>
            </a:r>
            <a:r>
              <a:rPr lang="en-SG" dirty="0"/>
              <a:t> and run the simulation.</a:t>
            </a:r>
          </a:p>
          <a:p>
            <a:r>
              <a:rPr lang="en-SG" dirty="0"/>
              <a:t>Did the simulation work?</a:t>
            </a:r>
          </a:p>
          <a:p>
            <a:r>
              <a:rPr lang="en-SG" dirty="0"/>
              <a:t>Determine the problem (if any) and ask GenAI to generate an updated program.</a:t>
            </a:r>
          </a:p>
          <a:p>
            <a:r>
              <a:rPr lang="en-SG" dirty="0"/>
              <a:t>Repeat the process until you get a working program.</a:t>
            </a:r>
          </a:p>
        </p:txBody>
      </p:sp>
      <p:pic>
        <p:nvPicPr>
          <p:cNvPr id="7" name="Picture 6">
            <a:extLst>
              <a:ext uri="{FF2B5EF4-FFF2-40B4-BE49-F238E27FC236}">
                <a16:creationId xmlns:a16="http://schemas.microsoft.com/office/drawing/2014/main" id="{3C687EE7-808E-4875-3B9E-13B2747317C7}"/>
              </a:ext>
            </a:extLst>
          </p:cNvPr>
          <p:cNvPicPr>
            <a:picLocks noChangeAspect="1"/>
          </p:cNvPicPr>
          <p:nvPr/>
        </p:nvPicPr>
        <p:blipFill>
          <a:blip r:embed="rId2"/>
          <a:stretch>
            <a:fillRect/>
          </a:stretch>
        </p:blipFill>
        <p:spPr>
          <a:xfrm>
            <a:off x="7219984" y="3988704"/>
            <a:ext cx="3134800" cy="2074000"/>
          </a:xfrm>
          <a:prstGeom prst="rect">
            <a:avLst/>
          </a:prstGeom>
        </p:spPr>
      </p:pic>
      <p:pic>
        <p:nvPicPr>
          <p:cNvPr id="10" name="Picture 9">
            <a:extLst>
              <a:ext uri="{FF2B5EF4-FFF2-40B4-BE49-F238E27FC236}">
                <a16:creationId xmlns:a16="http://schemas.microsoft.com/office/drawing/2014/main" id="{76411CC9-DC91-EB70-7DE7-420DC1C3980E}"/>
              </a:ext>
            </a:extLst>
          </p:cNvPr>
          <p:cNvPicPr>
            <a:picLocks noChangeAspect="1"/>
          </p:cNvPicPr>
          <p:nvPr/>
        </p:nvPicPr>
        <p:blipFill>
          <a:blip r:embed="rId3"/>
          <a:stretch>
            <a:fillRect/>
          </a:stretch>
        </p:blipFill>
        <p:spPr>
          <a:xfrm>
            <a:off x="6790864" y="1706359"/>
            <a:ext cx="3848637" cy="2181529"/>
          </a:xfrm>
          <a:prstGeom prst="rect">
            <a:avLst/>
          </a:prstGeom>
        </p:spPr>
      </p:pic>
    </p:spTree>
    <p:extLst>
      <p:ext uri="{BB962C8B-B14F-4D97-AF65-F5344CB8AC3E}">
        <p14:creationId xmlns:p14="http://schemas.microsoft.com/office/powerpoint/2010/main" val="3610742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BD8AD-7992-ADE9-BF64-C5443226E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C0AE5-B048-1CCA-1626-3F0A76CF2A00}"/>
              </a:ext>
            </a:extLst>
          </p:cNvPr>
          <p:cNvSpPr>
            <a:spLocks noGrp="1"/>
          </p:cNvSpPr>
          <p:nvPr>
            <p:ph type="title"/>
          </p:nvPr>
        </p:nvSpPr>
        <p:spPr/>
        <p:txBody>
          <a:bodyPr/>
          <a:lstStyle/>
          <a:p>
            <a:r>
              <a:rPr lang="en-SG" dirty="0"/>
              <a:t>Challenge Exercise 1</a:t>
            </a:r>
          </a:p>
        </p:txBody>
      </p:sp>
      <p:sp>
        <p:nvSpPr>
          <p:cNvPr id="3" name="Content Placeholder 2">
            <a:extLst>
              <a:ext uri="{FF2B5EF4-FFF2-40B4-BE49-F238E27FC236}">
                <a16:creationId xmlns:a16="http://schemas.microsoft.com/office/drawing/2014/main" id="{0C284339-B040-A28A-7E4D-C081AB754FA8}"/>
              </a:ext>
            </a:extLst>
          </p:cNvPr>
          <p:cNvSpPr>
            <a:spLocks noGrp="1"/>
          </p:cNvSpPr>
          <p:nvPr>
            <p:ph sz="half" idx="1"/>
          </p:nvPr>
        </p:nvSpPr>
        <p:spPr/>
        <p:txBody>
          <a:bodyPr>
            <a:normAutofit fontScale="92500" lnSpcReduction="20000"/>
          </a:bodyPr>
          <a:lstStyle/>
          <a:p>
            <a:r>
              <a:rPr lang="en-SG" dirty="0"/>
              <a:t>You have been tasked to develop a portable  environmental monitoring device, comprising of an  ESP32-C3 board with 128x64 OLED screen which will  sample and display the ambient temperature and humidity</a:t>
            </a:r>
          </a:p>
          <a:p>
            <a:r>
              <a:rPr lang="en-SG" dirty="0"/>
              <a:t>With the aid of GenAI:</a:t>
            </a:r>
          </a:p>
          <a:p>
            <a:pPr lvl="1"/>
            <a:r>
              <a:rPr lang="en-SG" dirty="0"/>
              <a:t>Document the components and wiring diagram for the system</a:t>
            </a:r>
          </a:p>
          <a:p>
            <a:pPr lvl="1"/>
            <a:r>
              <a:rPr lang="en-SG" dirty="0"/>
              <a:t>Write a </a:t>
            </a:r>
            <a:r>
              <a:rPr lang="en-SG" dirty="0" err="1"/>
              <a:t>micropython</a:t>
            </a:r>
            <a:r>
              <a:rPr lang="en-SG" dirty="0"/>
              <a:t> program to perform the required actions</a:t>
            </a:r>
          </a:p>
          <a:p>
            <a:pPr lvl="1"/>
            <a:r>
              <a:rPr lang="en-SG" dirty="0"/>
              <a:t>Document the GenAI prompts and outputs, including the debugging/troubleshooting steps used to develop your solution</a:t>
            </a:r>
          </a:p>
        </p:txBody>
      </p:sp>
      <p:pic>
        <p:nvPicPr>
          <p:cNvPr id="5" name="Picture 4">
            <a:extLst>
              <a:ext uri="{FF2B5EF4-FFF2-40B4-BE49-F238E27FC236}">
                <a16:creationId xmlns:a16="http://schemas.microsoft.com/office/drawing/2014/main" id="{3AFC34EF-C39F-A55C-C71E-7D708D8E7677}"/>
              </a:ext>
            </a:extLst>
          </p:cNvPr>
          <p:cNvPicPr>
            <a:picLocks noChangeAspect="1"/>
          </p:cNvPicPr>
          <p:nvPr/>
        </p:nvPicPr>
        <p:blipFill>
          <a:blip r:embed="rId2"/>
          <a:stretch>
            <a:fillRect/>
          </a:stretch>
        </p:blipFill>
        <p:spPr>
          <a:xfrm>
            <a:off x="7301162" y="2764100"/>
            <a:ext cx="4090738" cy="2089673"/>
          </a:xfrm>
          <a:prstGeom prst="rect">
            <a:avLst/>
          </a:prstGeom>
        </p:spPr>
      </p:pic>
    </p:spTree>
    <p:extLst>
      <p:ext uri="{BB962C8B-B14F-4D97-AF65-F5344CB8AC3E}">
        <p14:creationId xmlns:p14="http://schemas.microsoft.com/office/powerpoint/2010/main" val="2102408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013C8-34D6-1F17-2733-DAECBA201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6BCC0-92B3-54A2-5BCB-6ADD2A1E20F2}"/>
              </a:ext>
            </a:extLst>
          </p:cNvPr>
          <p:cNvSpPr>
            <a:spLocks noGrp="1"/>
          </p:cNvSpPr>
          <p:nvPr>
            <p:ph type="title"/>
          </p:nvPr>
        </p:nvSpPr>
        <p:spPr/>
        <p:txBody>
          <a:bodyPr/>
          <a:lstStyle/>
          <a:p>
            <a:r>
              <a:rPr lang="en-SG" dirty="0"/>
              <a:t>Challenge Exercise 2</a:t>
            </a:r>
          </a:p>
        </p:txBody>
      </p:sp>
      <p:sp>
        <p:nvSpPr>
          <p:cNvPr id="3" name="Content Placeholder 2">
            <a:extLst>
              <a:ext uri="{FF2B5EF4-FFF2-40B4-BE49-F238E27FC236}">
                <a16:creationId xmlns:a16="http://schemas.microsoft.com/office/drawing/2014/main" id="{8469AC3D-96D9-D61C-4B97-F95BE4AE04FA}"/>
              </a:ext>
            </a:extLst>
          </p:cNvPr>
          <p:cNvSpPr>
            <a:spLocks noGrp="1"/>
          </p:cNvSpPr>
          <p:nvPr>
            <p:ph sz="half" idx="1"/>
          </p:nvPr>
        </p:nvSpPr>
        <p:spPr>
          <a:xfrm>
            <a:off x="704088" y="1716505"/>
            <a:ext cx="5212080" cy="4245383"/>
          </a:xfrm>
        </p:spPr>
        <p:txBody>
          <a:bodyPr>
            <a:normAutofit fontScale="77500" lnSpcReduction="20000"/>
          </a:bodyPr>
          <a:lstStyle/>
          <a:p>
            <a:r>
              <a:rPr lang="en-SG" dirty="0"/>
              <a:t>To help maintain hygiene in hospital wards, you have been tasked to develop an automated sanitizer dispensing unit which comprises of a Pi Pico board, an ultrasonic sensor, a servo motor and an LED indicator.</a:t>
            </a:r>
          </a:p>
          <a:p>
            <a:r>
              <a:rPr lang="en-SG" dirty="0"/>
              <a:t>When the user places his hand(s) at a distance of &lt; 3 cm from the ultrasonic sensor, the servo motor will be activated to dispense the sanitizer lotion. The LED will light up at the same time to indicate that sanitizer lotion is being dispensed.</a:t>
            </a:r>
          </a:p>
          <a:p>
            <a:r>
              <a:rPr lang="en-SG" dirty="0"/>
              <a:t>With the aid of GenAI:</a:t>
            </a:r>
          </a:p>
          <a:p>
            <a:pPr lvl="1"/>
            <a:r>
              <a:rPr lang="en-SG" dirty="0"/>
              <a:t>Document the components and wiring diagram for the system</a:t>
            </a:r>
          </a:p>
          <a:p>
            <a:pPr lvl="1"/>
            <a:r>
              <a:rPr lang="en-SG" dirty="0"/>
              <a:t>Write a </a:t>
            </a:r>
            <a:r>
              <a:rPr lang="en-SG" dirty="0" err="1"/>
              <a:t>micropython</a:t>
            </a:r>
            <a:r>
              <a:rPr lang="en-SG" dirty="0"/>
              <a:t> program to perform the required actions</a:t>
            </a:r>
          </a:p>
          <a:p>
            <a:pPr lvl="1"/>
            <a:r>
              <a:rPr lang="en-SG" dirty="0"/>
              <a:t>Document the GenAI prompts and outputs, including the debugging/troubleshooting steps used to develop your solution</a:t>
            </a:r>
          </a:p>
        </p:txBody>
      </p:sp>
      <p:pic>
        <p:nvPicPr>
          <p:cNvPr id="6" name="Picture 5">
            <a:extLst>
              <a:ext uri="{FF2B5EF4-FFF2-40B4-BE49-F238E27FC236}">
                <a16:creationId xmlns:a16="http://schemas.microsoft.com/office/drawing/2014/main" id="{D11B10B3-D358-159F-A94C-D67AB81ECC35}"/>
              </a:ext>
            </a:extLst>
          </p:cNvPr>
          <p:cNvPicPr>
            <a:picLocks noChangeAspect="1"/>
          </p:cNvPicPr>
          <p:nvPr/>
        </p:nvPicPr>
        <p:blipFill>
          <a:blip r:embed="rId2"/>
          <a:stretch>
            <a:fillRect/>
          </a:stretch>
        </p:blipFill>
        <p:spPr>
          <a:xfrm>
            <a:off x="7076334" y="2529208"/>
            <a:ext cx="4411578" cy="2619976"/>
          </a:xfrm>
          <a:prstGeom prst="rect">
            <a:avLst/>
          </a:prstGeom>
        </p:spPr>
      </p:pic>
    </p:spTree>
    <p:extLst>
      <p:ext uri="{BB962C8B-B14F-4D97-AF65-F5344CB8AC3E}">
        <p14:creationId xmlns:p14="http://schemas.microsoft.com/office/powerpoint/2010/main" val="2238128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75661-B2DA-2C1E-2823-9A4AD3A10070}"/>
              </a:ext>
            </a:extLst>
          </p:cNvPr>
          <p:cNvSpPr>
            <a:spLocks noGrp="1"/>
          </p:cNvSpPr>
          <p:nvPr>
            <p:ph type="title"/>
          </p:nvPr>
        </p:nvSpPr>
        <p:spPr/>
        <p:txBody>
          <a:bodyPr>
            <a:normAutofit/>
          </a:bodyPr>
          <a:lstStyle/>
          <a:p>
            <a:r>
              <a:rPr lang="en-SG" dirty="0"/>
              <a:t>Installing ESP32 support for Arduino IDE</a:t>
            </a:r>
          </a:p>
        </p:txBody>
      </p:sp>
      <p:sp>
        <p:nvSpPr>
          <p:cNvPr id="5" name="Content Placeholder 4">
            <a:extLst>
              <a:ext uri="{FF2B5EF4-FFF2-40B4-BE49-F238E27FC236}">
                <a16:creationId xmlns:a16="http://schemas.microsoft.com/office/drawing/2014/main" id="{C632E0B3-92A0-4545-16A3-16B4678EE91F}"/>
              </a:ext>
            </a:extLst>
          </p:cNvPr>
          <p:cNvSpPr>
            <a:spLocks noGrp="1"/>
          </p:cNvSpPr>
          <p:nvPr>
            <p:ph sz="half" idx="1"/>
          </p:nvPr>
        </p:nvSpPr>
        <p:spPr/>
        <p:txBody>
          <a:bodyPr>
            <a:normAutofit fontScale="92500" lnSpcReduction="20000"/>
          </a:bodyPr>
          <a:lstStyle/>
          <a:p>
            <a:r>
              <a:rPr lang="en-SG" dirty="0"/>
              <a:t>Ref: </a:t>
            </a:r>
            <a:r>
              <a:rPr lang="en-SG" dirty="0">
                <a:hlinkClick r:id="rId2"/>
              </a:rPr>
              <a:t>Xiao ESP32-C3 </a:t>
            </a:r>
            <a:r>
              <a:rPr lang="en-SG" dirty="0" err="1">
                <a:hlinkClick r:id="rId2"/>
              </a:rPr>
              <a:t>Wiko</a:t>
            </a:r>
            <a:r>
              <a:rPr lang="en-SG" dirty="0">
                <a:hlinkClick r:id="rId2"/>
              </a:rPr>
              <a:t>: Getting Started</a:t>
            </a:r>
            <a:endParaRPr lang="en-SG" dirty="0"/>
          </a:p>
          <a:p>
            <a:r>
              <a:rPr lang="en-SG" dirty="0"/>
              <a:t>Download and install the latest version of the Arduino IDE</a:t>
            </a:r>
          </a:p>
          <a:p>
            <a:r>
              <a:rPr lang="en-SG" dirty="0"/>
              <a:t>Launch the Arduino application</a:t>
            </a:r>
          </a:p>
          <a:p>
            <a:r>
              <a:rPr lang="en-SG" dirty="0"/>
              <a:t>Click the BOARDS MANAGER icon and type “esp32” in the search bar</a:t>
            </a:r>
          </a:p>
          <a:p>
            <a:r>
              <a:rPr lang="en-SG" dirty="0"/>
              <a:t>Select “esp32 by </a:t>
            </a:r>
            <a:r>
              <a:rPr lang="en-SG" dirty="0" err="1"/>
              <a:t>Espressif</a:t>
            </a:r>
            <a:r>
              <a:rPr lang="en-SG" dirty="0"/>
              <a:t> Systems” and click install</a:t>
            </a:r>
          </a:p>
          <a:p>
            <a:endParaRPr lang="en-SG" dirty="0"/>
          </a:p>
          <a:p>
            <a:r>
              <a:rPr lang="en-SG" dirty="0"/>
              <a:t>Follow the same procedure to install support for the RP2040 MCU</a:t>
            </a:r>
          </a:p>
          <a:p>
            <a:endParaRPr lang="en-SG" dirty="0"/>
          </a:p>
        </p:txBody>
      </p:sp>
      <p:pic>
        <p:nvPicPr>
          <p:cNvPr id="8" name="Picture 7">
            <a:extLst>
              <a:ext uri="{FF2B5EF4-FFF2-40B4-BE49-F238E27FC236}">
                <a16:creationId xmlns:a16="http://schemas.microsoft.com/office/drawing/2014/main" id="{2BB01548-FFA2-E221-DE96-4A92FE0303F4}"/>
              </a:ext>
            </a:extLst>
          </p:cNvPr>
          <p:cNvPicPr>
            <a:picLocks noChangeAspect="1"/>
          </p:cNvPicPr>
          <p:nvPr/>
        </p:nvPicPr>
        <p:blipFill>
          <a:blip r:embed="rId3"/>
          <a:stretch>
            <a:fillRect/>
          </a:stretch>
        </p:blipFill>
        <p:spPr>
          <a:xfrm>
            <a:off x="6613797" y="2074994"/>
            <a:ext cx="2530202" cy="3162753"/>
          </a:xfrm>
          <a:prstGeom prst="rect">
            <a:avLst/>
          </a:prstGeom>
        </p:spPr>
      </p:pic>
    </p:spTree>
    <p:extLst>
      <p:ext uri="{BB962C8B-B14F-4D97-AF65-F5344CB8AC3E}">
        <p14:creationId xmlns:p14="http://schemas.microsoft.com/office/powerpoint/2010/main" val="2190184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C800E-A2AA-701B-3E46-2AFC77616CD0}"/>
              </a:ext>
            </a:extLst>
          </p:cNvPr>
          <p:cNvSpPr>
            <a:spLocks noGrp="1"/>
          </p:cNvSpPr>
          <p:nvPr>
            <p:ph type="title"/>
          </p:nvPr>
        </p:nvSpPr>
        <p:spPr/>
        <p:txBody>
          <a:bodyPr/>
          <a:lstStyle/>
          <a:p>
            <a:r>
              <a:rPr lang="en-SG" dirty="0"/>
              <a:t>Installing </a:t>
            </a:r>
            <a:r>
              <a:rPr lang="en-SG" dirty="0" err="1"/>
              <a:t>thonny</a:t>
            </a:r>
            <a:r>
              <a:rPr lang="en-SG" dirty="0"/>
              <a:t> ide for </a:t>
            </a:r>
            <a:r>
              <a:rPr lang="en-SG" dirty="0" err="1"/>
              <a:t>micropython</a:t>
            </a:r>
            <a:endParaRPr lang="en-SG" dirty="0"/>
          </a:p>
        </p:txBody>
      </p:sp>
      <p:sp>
        <p:nvSpPr>
          <p:cNvPr id="3" name="Content Placeholder 2">
            <a:extLst>
              <a:ext uri="{FF2B5EF4-FFF2-40B4-BE49-F238E27FC236}">
                <a16:creationId xmlns:a16="http://schemas.microsoft.com/office/drawing/2014/main" id="{18B34AE3-3EAE-2C1E-83BD-CE425A0E8F6A}"/>
              </a:ext>
            </a:extLst>
          </p:cNvPr>
          <p:cNvSpPr>
            <a:spLocks noGrp="1"/>
          </p:cNvSpPr>
          <p:nvPr>
            <p:ph sz="half" idx="1"/>
          </p:nvPr>
        </p:nvSpPr>
        <p:spPr/>
        <p:txBody>
          <a:bodyPr>
            <a:normAutofit fontScale="85000" lnSpcReduction="10000"/>
          </a:bodyPr>
          <a:lstStyle/>
          <a:p>
            <a:r>
              <a:rPr lang="en-SG" dirty="0"/>
              <a:t>Ref: </a:t>
            </a:r>
            <a:r>
              <a:rPr lang="en-SG" dirty="0">
                <a:hlinkClick r:id="rId2"/>
              </a:rPr>
              <a:t>Getting Started with Thonny </a:t>
            </a:r>
            <a:r>
              <a:rPr lang="en-SG" dirty="0" err="1">
                <a:hlinkClick r:id="rId2"/>
              </a:rPr>
              <a:t>MicroPython</a:t>
            </a:r>
            <a:endParaRPr lang="en-SG" dirty="0"/>
          </a:p>
          <a:p>
            <a:r>
              <a:rPr lang="en-SG" dirty="0"/>
              <a:t>Go to </a:t>
            </a:r>
            <a:r>
              <a:rPr lang="en-SG" dirty="0">
                <a:hlinkClick r:id="rId3"/>
              </a:rPr>
              <a:t>https://thonny.org</a:t>
            </a:r>
            <a:r>
              <a:rPr lang="en-SG" dirty="0"/>
              <a:t>, download Thonny IDE</a:t>
            </a:r>
          </a:p>
          <a:p>
            <a:r>
              <a:rPr lang="en-SG" dirty="0"/>
              <a:t>Run the installer</a:t>
            </a:r>
          </a:p>
          <a:p>
            <a:r>
              <a:rPr lang="en-SG" dirty="0"/>
              <a:t>After Thonny IDE is installed, to program the microcontroller board, you need to flash the </a:t>
            </a:r>
            <a:r>
              <a:rPr lang="en-SG" dirty="0" err="1"/>
              <a:t>MicroPython</a:t>
            </a:r>
            <a:r>
              <a:rPr lang="en-SG" dirty="0"/>
              <a:t> firmware to the MCU board</a:t>
            </a:r>
          </a:p>
          <a:p>
            <a:r>
              <a:rPr lang="en-SG" dirty="0"/>
              <a:t>Connect your ESP32-C3 board, then press “Boot” + “Reset”, release “Reset”, followed by “Boot” to place the board in the bootloader mode</a:t>
            </a:r>
          </a:p>
          <a:p>
            <a:r>
              <a:rPr lang="en-SG" dirty="0"/>
              <a:t>Run Thonny IDE. Click Tools &gt; Options &gt; Interpreter</a:t>
            </a:r>
          </a:p>
          <a:p>
            <a:endParaRPr lang="en-SG" dirty="0"/>
          </a:p>
        </p:txBody>
      </p:sp>
      <p:pic>
        <p:nvPicPr>
          <p:cNvPr id="6" name="Picture 5">
            <a:extLst>
              <a:ext uri="{FF2B5EF4-FFF2-40B4-BE49-F238E27FC236}">
                <a16:creationId xmlns:a16="http://schemas.microsoft.com/office/drawing/2014/main" id="{C214BC03-F225-0357-73BA-AF5C462306F0}"/>
              </a:ext>
            </a:extLst>
          </p:cNvPr>
          <p:cNvPicPr>
            <a:picLocks noChangeAspect="1"/>
          </p:cNvPicPr>
          <p:nvPr/>
        </p:nvPicPr>
        <p:blipFill>
          <a:blip r:embed="rId4"/>
          <a:stretch>
            <a:fillRect/>
          </a:stretch>
        </p:blipFill>
        <p:spPr>
          <a:xfrm>
            <a:off x="6514751" y="1767516"/>
            <a:ext cx="4278565" cy="4194372"/>
          </a:xfrm>
          <a:prstGeom prst="rect">
            <a:avLst/>
          </a:prstGeom>
        </p:spPr>
      </p:pic>
    </p:spTree>
    <p:extLst>
      <p:ext uri="{BB962C8B-B14F-4D97-AF65-F5344CB8AC3E}">
        <p14:creationId xmlns:p14="http://schemas.microsoft.com/office/powerpoint/2010/main" val="7400428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3CBE7-889A-E6B9-B061-F6255B1EDBEB}"/>
              </a:ext>
            </a:extLst>
          </p:cNvPr>
          <p:cNvSpPr>
            <a:spLocks noGrp="1"/>
          </p:cNvSpPr>
          <p:nvPr>
            <p:ph type="title"/>
          </p:nvPr>
        </p:nvSpPr>
        <p:spPr/>
        <p:txBody>
          <a:bodyPr/>
          <a:lstStyle/>
          <a:p>
            <a:r>
              <a:rPr lang="en-SG" dirty="0"/>
              <a:t>Flashing </a:t>
            </a:r>
            <a:r>
              <a:rPr lang="en-SG" dirty="0" err="1"/>
              <a:t>micropython</a:t>
            </a:r>
            <a:r>
              <a:rPr lang="en-SG" dirty="0"/>
              <a:t> firmware</a:t>
            </a:r>
          </a:p>
        </p:txBody>
      </p:sp>
      <p:sp>
        <p:nvSpPr>
          <p:cNvPr id="3" name="Content Placeholder 2">
            <a:extLst>
              <a:ext uri="{FF2B5EF4-FFF2-40B4-BE49-F238E27FC236}">
                <a16:creationId xmlns:a16="http://schemas.microsoft.com/office/drawing/2014/main" id="{7933C36F-9981-51F1-24E0-B02865E18689}"/>
              </a:ext>
            </a:extLst>
          </p:cNvPr>
          <p:cNvSpPr>
            <a:spLocks noGrp="1"/>
          </p:cNvSpPr>
          <p:nvPr>
            <p:ph sz="half" idx="1"/>
          </p:nvPr>
        </p:nvSpPr>
        <p:spPr/>
        <p:txBody>
          <a:bodyPr/>
          <a:lstStyle/>
          <a:p>
            <a:r>
              <a:rPr lang="en-SG" dirty="0"/>
              <a:t>Click “Install or update </a:t>
            </a:r>
            <a:r>
              <a:rPr lang="en-SG" dirty="0" err="1"/>
              <a:t>MicroPython</a:t>
            </a:r>
            <a:r>
              <a:rPr lang="en-SG" dirty="0"/>
              <a:t>”</a:t>
            </a:r>
          </a:p>
          <a:p>
            <a:r>
              <a:rPr lang="en-SG" dirty="0"/>
              <a:t>Select the target port “USB JTAG/serial debug unit @COMx”</a:t>
            </a:r>
          </a:p>
          <a:p>
            <a:r>
              <a:rPr lang="en-SG" dirty="0"/>
              <a:t>Select </a:t>
            </a:r>
            <a:r>
              <a:rPr lang="en-SG" dirty="0" err="1"/>
              <a:t>MicroPython</a:t>
            </a:r>
            <a:r>
              <a:rPr lang="en-SG" dirty="0"/>
              <a:t> Family, variant, version</a:t>
            </a:r>
          </a:p>
          <a:p>
            <a:r>
              <a:rPr lang="en-SG" dirty="0"/>
              <a:t>Click “Install” to flash the firmware to the ESP32-C3 board</a:t>
            </a:r>
          </a:p>
          <a:p>
            <a:r>
              <a:rPr lang="en-SG" dirty="0"/>
              <a:t>Once the firmware has been uploaded, click the “Close” button, followed by OK to return to Thonny IDE</a:t>
            </a:r>
          </a:p>
          <a:p>
            <a:endParaRPr lang="en-SG" dirty="0"/>
          </a:p>
          <a:p>
            <a:endParaRPr lang="en-SG" dirty="0"/>
          </a:p>
        </p:txBody>
      </p:sp>
      <p:pic>
        <p:nvPicPr>
          <p:cNvPr id="6" name="Picture 5">
            <a:extLst>
              <a:ext uri="{FF2B5EF4-FFF2-40B4-BE49-F238E27FC236}">
                <a16:creationId xmlns:a16="http://schemas.microsoft.com/office/drawing/2014/main" id="{C9181CB0-8A9F-602A-ABC7-E1A8CD7887D3}"/>
              </a:ext>
            </a:extLst>
          </p:cNvPr>
          <p:cNvPicPr>
            <a:picLocks noChangeAspect="1"/>
          </p:cNvPicPr>
          <p:nvPr/>
        </p:nvPicPr>
        <p:blipFill>
          <a:blip r:embed="rId2"/>
          <a:stretch>
            <a:fillRect/>
          </a:stretch>
        </p:blipFill>
        <p:spPr>
          <a:xfrm>
            <a:off x="6548550" y="1732291"/>
            <a:ext cx="4699016" cy="4211309"/>
          </a:xfrm>
          <a:prstGeom prst="rect">
            <a:avLst/>
          </a:prstGeom>
        </p:spPr>
      </p:pic>
    </p:spTree>
    <p:extLst>
      <p:ext uri="{BB962C8B-B14F-4D97-AF65-F5344CB8AC3E}">
        <p14:creationId xmlns:p14="http://schemas.microsoft.com/office/powerpoint/2010/main" val="3608093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8B8B4-55E2-9867-80FB-1588B8D8C41D}"/>
              </a:ext>
            </a:extLst>
          </p:cNvPr>
          <p:cNvSpPr>
            <a:spLocks noGrp="1"/>
          </p:cNvSpPr>
          <p:nvPr>
            <p:ph type="title"/>
          </p:nvPr>
        </p:nvSpPr>
        <p:spPr/>
        <p:txBody>
          <a:bodyPr/>
          <a:lstStyle/>
          <a:p>
            <a:r>
              <a:rPr lang="en-SG" dirty="0"/>
              <a:t>Verifying MICROPYTHON FIRMWARE</a:t>
            </a:r>
          </a:p>
        </p:txBody>
      </p:sp>
      <p:sp>
        <p:nvSpPr>
          <p:cNvPr id="3" name="Content Placeholder 2">
            <a:extLst>
              <a:ext uri="{FF2B5EF4-FFF2-40B4-BE49-F238E27FC236}">
                <a16:creationId xmlns:a16="http://schemas.microsoft.com/office/drawing/2014/main" id="{7A0E2562-4165-D97D-8CDD-2F7D584BC18F}"/>
              </a:ext>
            </a:extLst>
          </p:cNvPr>
          <p:cNvSpPr>
            <a:spLocks noGrp="1"/>
          </p:cNvSpPr>
          <p:nvPr>
            <p:ph sz="half" idx="1"/>
          </p:nvPr>
        </p:nvSpPr>
        <p:spPr/>
        <p:txBody>
          <a:bodyPr>
            <a:normAutofit lnSpcReduction="10000"/>
          </a:bodyPr>
          <a:lstStyle/>
          <a:p>
            <a:r>
              <a:rPr lang="en-SG" dirty="0"/>
              <a:t>Once you return to Thonny IDE, verify that  </a:t>
            </a:r>
            <a:r>
              <a:rPr lang="en-SG" dirty="0" err="1"/>
              <a:t>MicroPython</a:t>
            </a:r>
            <a:r>
              <a:rPr lang="en-SG" dirty="0"/>
              <a:t> has been correctly installed on the ESP32-C3 board</a:t>
            </a:r>
          </a:p>
          <a:p>
            <a:r>
              <a:rPr lang="en-SG" dirty="0"/>
              <a:t>You should see the </a:t>
            </a:r>
            <a:r>
              <a:rPr lang="en-SG" dirty="0" err="1"/>
              <a:t>MicroPython</a:t>
            </a:r>
            <a:r>
              <a:rPr lang="en-SG" dirty="0"/>
              <a:t> REPL prompt (&gt;&gt;&gt;)</a:t>
            </a:r>
          </a:p>
          <a:p>
            <a:r>
              <a:rPr lang="en-SG" dirty="0"/>
              <a:t>If you do not see the REPL prompt, you may need to press “Reset” on the ESP320C3 board, “STOP” icon on Thonny IDE or check Tools &gt; Options &gt; Interpreter to verify that the correct </a:t>
            </a:r>
            <a:r>
              <a:rPr lang="en-SG" dirty="0" err="1"/>
              <a:t>COMport</a:t>
            </a:r>
            <a:r>
              <a:rPr lang="en-SG" dirty="0"/>
              <a:t> has been selected</a:t>
            </a:r>
          </a:p>
        </p:txBody>
      </p:sp>
      <p:pic>
        <p:nvPicPr>
          <p:cNvPr id="6" name="Picture 5">
            <a:extLst>
              <a:ext uri="{FF2B5EF4-FFF2-40B4-BE49-F238E27FC236}">
                <a16:creationId xmlns:a16="http://schemas.microsoft.com/office/drawing/2014/main" id="{CB310D45-8C1E-122A-7405-BCE510BCE3CB}"/>
              </a:ext>
            </a:extLst>
          </p:cNvPr>
          <p:cNvPicPr>
            <a:picLocks noChangeAspect="1"/>
          </p:cNvPicPr>
          <p:nvPr/>
        </p:nvPicPr>
        <p:blipFill>
          <a:blip r:embed="rId2"/>
          <a:stretch>
            <a:fillRect/>
          </a:stretch>
        </p:blipFill>
        <p:spPr>
          <a:xfrm>
            <a:off x="6691566" y="1580221"/>
            <a:ext cx="4700334" cy="4381667"/>
          </a:xfrm>
          <a:prstGeom prst="rect">
            <a:avLst/>
          </a:prstGeom>
        </p:spPr>
      </p:pic>
    </p:spTree>
    <p:extLst>
      <p:ext uri="{BB962C8B-B14F-4D97-AF65-F5344CB8AC3E}">
        <p14:creationId xmlns:p14="http://schemas.microsoft.com/office/powerpoint/2010/main" val="1078187250"/>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390</TotalTime>
  <Words>1477</Words>
  <Application>Microsoft Office PowerPoint</Application>
  <PresentationFormat>Widescreen</PresentationFormat>
  <Paragraphs>214</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Calisto MT</vt:lpstr>
      <vt:lpstr>Univers Condensed</vt:lpstr>
      <vt:lpstr>ChronicleVTI</vt:lpstr>
      <vt:lpstr>EP1001 Further Digital Fabrication &amp; Prototyping</vt:lpstr>
      <vt:lpstr>Computer architectures</vt:lpstr>
      <vt:lpstr>Microprocessors vs microcontrollers vs soc</vt:lpstr>
      <vt:lpstr>Types of memory</vt:lpstr>
      <vt:lpstr>Typical microcontroller Peripherals</vt:lpstr>
      <vt:lpstr>Processor families</vt:lpstr>
      <vt:lpstr>Microcontroller Programming languages</vt:lpstr>
      <vt:lpstr>Development environments</vt:lpstr>
      <vt:lpstr>Simulators</vt:lpstr>
      <vt:lpstr>Micropython basics</vt:lpstr>
      <vt:lpstr>Micropython basics</vt:lpstr>
      <vt:lpstr>Micropython basics</vt:lpstr>
      <vt:lpstr>Micropython basics</vt:lpstr>
      <vt:lpstr>Arduino (c/c++) basics</vt:lpstr>
      <vt:lpstr>Arduino (c/c++) basics</vt:lpstr>
      <vt:lpstr>Arduino (c/c++) basics</vt:lpstr>
      <vt:lpstr>Arduino (c/c++) basics</vt:lpstr>
      <vt:lpstr>Arduino (c/c++) basics</vt:lpstr>
      <vt:lpstr>Hands-on exercises</vt:lpstr>
      <vt:lpstr>Introduction to Wokwi</vt:lpstr>
      <vt:lpstr>Exercise 1: ESP32-c3 Hello world (C/C++)</vt:lpstr>
      <vt:lpstr>Exercise 2: ESP32-C3 Hello world (mpy)</vt:lpstr>
      <vt:lpstr>Exercise 3: RP2040 HELLO (Micropython)</vt:lpstr>
      <vt:lpstr>Exercise 4: esp32c3 controlling led w/pwm</vt:lpstr>
      <vt:lpstr>Exercise 5: Pi pico neopixel control</vt:lpstr>
      <vt:lpstr>Challenge Exercise 1</vt:lpstr>
      <vt:lpstr>Challenge Exercise 2</vt:lpstr>
      <vt:lpstr>Installing ESP32 support for Arduino IDE</vt:lpstr>
      <vt:lpstr>Installing thonny ide for micropython</vt:lpstr>
      <vt:lpstr>Flashing micropython firmware</vt:lpstr>
      <vt:lpstr>Verifying MICROPYTHON FIRMWARE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CHEW (SP)</dc:creator>
  <cp:lastModifiedBy>Steven CHEW (ICHAT)</cp:lastModifiedBy>
  <cp:revision>2</cp:revision>
  <dcterms:created xsi:type="dcterms:W3CDTF">2025-10-29T03:22:35Z</dcterms:created>
  <dcterms:modified xsi:type="dcterms:W3CDTF">2025-10-30T16:44:43Z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270be8-66b4-42c8-9957-3a249cc1cdc8_Enabled">
    <vt:lpwstr>true</vt:lpwstr>
  </property>
  <property fmtid="{D5CDD505-2E9C-101B-9397-08002B2CF9AE}" pid="3" name="MSIP_Label_38270be8-66b4-42c8-9957-3a249cc1cdc8_SetDate">
    <vt:lpwstr>2025-10-29T04:38:13Z</vt:lpwstr>
  </property>
  <property fmtid="{D5CDD505-2E9C-101B-9397-08002B2CF9AE}" pid="4" name="MSIP_Label_38270be8-66b4-42c8-9957-3a249cc1cdc8_Method">
    <vt:lpwstr>Privileged</vt:lpwstr>
  </property>
  <property fmtid="{D5CDD505-2E9C-101B-9397-08002B2CF9AE}" pid="5" name="MSIP_Label_38270be8-66b4-42c8-9957-3a249cc1cdc8_Name">
    <vt:lpwstr>Official (Open)</vt:lpwstr>
  </property>
  <property fmtid="{D5CDD505-2E9C-101B-9397-08002B2CF9AE}" pid="6" name="MSIP_Label_38270be8-66b4-42c8-9957-3a249cc1cdc8_SiteId">
    <vt:lpwstr>7604ff02-abd8-45db-8cac-550054323fc9</vt:lpwstr>
  </property>
  <property fmtid="{D5CDD505-2E9C-101B-9397-08002B2CF9AE}" pid="7" name="MSIP_Label_38270be8-66b4-42c8-9957-3a249cc1cdc8_ActionId">
    <vt:lpwstr>5508782d-b852-410b-a330-4ced7ee4c377</vt:lpwstr>
  </property>
  <property fmtid="{D5CDD505-2E9C-101B-9397-08002B2CF9AE}" pid="8" name="MSIP_Label_38270be8-66b4-42c8-9957-3a249cc1cdc8_ContentBits">
    <vt:lpwstr>1</vt:lpwstr>
  </property>
  <property fmtid="{D5CDD505-2E9C-101B-9397-08002B2CF9AE}" pid="9" name="MSIP_Label_38270be8-66b4-42c8-9957-3a249cc1cdc8_Tag">
    <vt:lpwstr>10, 0, 1, 1</vt:lpwstr>
  </property>
  <property fmtid="{D5CDD505-2E9C-101B-9397-08002B2CF9AE}" pid="10" name="ClassificationContentMarkingHeaderLocations">
    <vt:lpwstr>ChronicleVTI:10</vt:lpwstr>
  </property>
  <property fmtid="{D5CDD505-2E9C-101B-9397-08002B2CF9AE}" pid="11" name="ClassificationContentMarkingHeaderText">
    <vt:lpwstr>Official (Open)</vt:lpwstr>
  </property>
</Properties>
</file>